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8" r:id="rId2"/>
    <p:sldId id="263" r:id="rId3"/>
    <p:sldId id="264" r:id="rId4"/>
    <p:sldId id="265" r:id="rId5"/>
    <p:sldId id="266" r:id="rId6"/>
    <p:sldId id="267" r:id="rId7"/>
    <p:sldId id="268" r:id="rId8"/>
    <p:sldId id="269" r:id="rId9"/>
    <p:sldId id="270" r:id="rId10"/>
    <p:sldId id="271" r:id="rId11"/>
    <p:sldId id="272" r:id="rId12"/>
    <p:sldId id="279" r:id="rId13"/>
    <p:sldId id="274" r:id="rId14"/>
    <p:sldId id="275" r:id="rId15"/>
    <p:sldId id="276" r:id="rId16"/>
    <p:sldId id="277" r:id="rId17"/>
    <p:sldId id="278" r:id="rId1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42B15A-BFF1-49CB-B80A-61E7BA1D2F3C}" v="60" dt="2025-11-11T11:49:15.795"/>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9" autoAdjust="0"/>
    <p:restoredTop sz="94660"/>
  </p:normalViewPr>
  <p:slideViewPr>
    <p:cSldViewPr snapToGrid="0">
      <p:cViewPr>
        <p:scale>
          <a:sx n="69" d="100"/>
          <a:sy n="69" d="100"/>
        </p:scale>
        <p:origin x="-355" y="2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 Carolina Nel" userId="e2dd38cb2819479d" providerId="LiveId" clId="{55AF0FD5-A84B-4077-AF3F-BF4C4552CF6F}"/>
    <pc:docChg chg="undo redo custSel addSld delSld modSld">
      <pc:chgData name="Ana Carolina Nel" userId="e2dd38cb2819479d" providerId="LiveId" clId="{55AF0FD5-A84B-4077-AF3F-BF4C4552CF6F}" dt="2025-11-11T11:49:38.901" v="434" actId="1076"/>
      <pc:docMkLst>
        <pc:docMk/>
      </pc:docMkLst>
      <pc:sldChg chg="modSp mod">
        <pc:chgData name="Ana Carolina Nel" userId="e2dd38cb2819479d" providerId="LiveId" clId="{55AF0FD5-A84B-4077-AF3F-BF4C4552CF6F}" dt="2025-11-11T11:24:14.661" v="28" actId="20577"/>
        <pc:sldMkLst>
          <pc:docMk/>
          <pc:sldMk cId="0" sldId="258"/>
        </pc:sldMkLst>
        <pc:spChg chg="mod">
          <ac:chgData name="Ana Carolina Nel" userId="e2dd38cb2819479d" providerId="LiveId" clId="{55AF0FD5-A84B-4077-AF3F-BF4C4552CF6F}" dt="2025-11-11T11:23:07.761" v="11" actId="20577"/>
          <ac:spMkLst>
            <pc:docMk/>
            <pc:sldMk cId="0" sldId="258"/>
            <ac:spMk id="5" creationId="{00000000-0000-0000-0000-000000000000}"/>
          </ac:spMkLst>
        </pc:spChg>
        <pc:spChg chg="mod">
          <ac:chgData name="Ana Carolina Nel" userId="e2dd38cb2819479d" providerId="LiveId" clId="{55AF0FD5-A84B-4077-AF3F-BF4C4552CF6F}" dt="2025-11-11T11:24:14.661" v="28" actId="20577"/>
          <ac:spMkLst>
            <pc:docMk/>
            <pc:sldMk cId="0" sldId="258"/>
            <ac:spMk id="7" creationId="{00000000-0000-0000-0000-000000000000}"/>
          </ac:spMkLst>
        </pc:spChg>
      </pc:sldChg>
      <pc:sldChg chg="modSp mod">
        <pc:chgData name="Ana Carolina Nel" userId="e2dd38cb2819479d" providerId="LiveId" clId="{55AF0FD5-A84B-4077-AF3F-BF4C4552CF6F}" dt="2025-11-11T11:27:29.211" v="51" actId="20577"/>
        <pc:sldMkLst>
          <pc:docMk/>
          <pc:sldMk cId="1127859694" sldId="263"/>
        </pc:sldMkLst>
        <pc:spChg chg="mod">
          <ac:chgData name="Ana Carolina Nel" userId="e2dd38cb2819479d" providerId="LiveId" clId="{55AF0FD5-A84B-4077-AF3F-BF4C4552CF6F}" dt="2025-11-11T11:24:31.630" v="31"/>
          <ac:spMkLst>
            <pc:docMk/>
            <pc:sldMk cId="1127859694" sldId="263"/>
            <ac:spMk id="5" creationId="{065B48BF-ACFD-0ED2-63E9-41F0E8528360}"/>
          </ac:spMkLst>
        </pc:spChg>
        <pc:spChg chg="mod">
          <ac:chgData name="Ana Carolina Nel" userId="e2dd38cb2819479d" providerId="LiveId" clId="{55AF0FD5-A84B-4077-AF3F-BF4C4552CF6F}" dt="2025-11-11T11:27:29.211" v="51" actId="20577"/>
          <ac:spMkLst>
            <pc:docMk/>
            <pc:sldMk cId="1127859694" sldId="263"/>
            <ac:spMk id="6" creationId="{65E6C220-6360-CBD2-1DA8-ECC999380D85}"/>
          </ac:spMkLst>
        </pc:spChg>
        <pc:picChg chg="mod modCrop">
          <ac:chgData name="Ana Carolina Nel" userId="e2dd38cb2819479d" providerId="LiveId" clId="{55AF0FD5-A84B-4077-AF3F-BF4C4552CF6F}" dt="2025-11-11T11:25:47.331" v="43" actId="34135"/>
          <ac:picMkLst>
            <pc:docMk/>
            <pc:sldMk cId="1127859694" sldId="263"/>
            <ac:picMk id="10" creationId="{C81D0A23-83F4-88EC-272D-0208AC03835F}"/>
          </ac:picMkLst>
        </pc:picChg>
      </pc:sldChg>
      <pc:sldChg chg="modSp add mod">
        <pc:chgData name="Ana Carolina Nel" userId="e2dd38cb2819479d" providerId="LiveId" clId="{55AF0FD5-A84B-4077-AF3F-BF4C4552CF6F}" dt="2025-11-11T11:30:01.496" v="73" actId="12"/>
        <pc:sldMkLst>
          <pc:docMk/>
          <pc:sldMk cId="1489193259" sldId="264"/>
        </pc:sldMkLst>
        <pc:spChg chg="mod">
          <ac:chgData name="Ana Carolina Nel" userId="e2dd38cb2819479d" providerId="LiveId" clId="{55AF0FD5-A84B-4077-AF3F-BF4C4552CF6F}" dt="2025-11-11T11:30:01.496" v="73" actId="12"/>
          <ac:spMkLst>
            <pc:docMk/>
            <pc:sldMk cId="1489193259" sldId="264"/>
            <ac:spMk id="6" creationId="{FF6E22C4-3F07-0482-1222-38840905F00D}"/>
          </ac:spMkLst>
        </pc:spChg>
      </pc:sldChg>
      <pc:sldChg chg="addSp delSp modSp add mod">
        <pc:chgData name="Ana Carolina Nel" userId="e2dd38cb2819479d" providerId="LiveId" clId="{55AF0FD5-A84B-4077-AF3F-BF4C4552CF6F}" dt="2025-11-11T11:29:53.601" v="72" actId="12"/>
        <pc:sldMkLst>
          <pc:docMk/>
          <pc:sldMk cId="2097736016" sldId="265"/>
        </pc:sldMkLst>
        <pc:spChg chg="add del">
          <ac:chgData name="Ana Carolina Nel" userId="e2dd38cb2819479d" providerId="LiveId" clId="{55AF0FD5-A84B-4077-AF3F-BF4C4552CF6F}" dt="2025-11-11T11:29:21.266" v="67" actId="22"/>
          <ac:spMkLst>
            <pc:docMk/>
            <pc:sldMk cId="2097736016" sldId="265"/>
            <ac:spMk id="3" creationId="{238E6734-BAFC-D6B3-FC54-46E90E9B9E62}"/>
          </ac:spMkLst>
        </pc:spChg>
        <pc:spChg chg="mod">
          <ac:chgData name="Ana Carolina Nel" userId="e2dd38cb2819479d" providerId="LiveId" clId="{55AF0FD5-A84B-4077-AF3F-BF4C4552CF6F}" dt="2025-11-11T11:28:46.001" v="62"/>
          <ac:spMkLst>
            <pc:docMk/>
            <pc:sldMk cId="2097736016" sldId="265"/>
            <ac:spMk id="5" creationId="{BE30FEA0-BD92-6D62-74E2-53632CD5400F}"/>
          </ac:spMkLst>
        </pc:spChg>
        <pc:spChg chg="mod">
          <ac:chgData name="Ana Carolina Nel" userId="e2dd38cb2819479d" providerId="LiveId" clId="{55AF0FD5-A84B-4077-AF3F-BF4C4552CF6F}" dt="2025-11-11T11:29:53.601" v="72" actId="12"/>
          <ac:spMkLst>
            <pc:docMk/>
            <pc:sldMk cId="2097736016" sldId="265"/>
            <ac:spMk id="6" creationId="{557A1E96-9C4C-6143-5601-71D2CC54CD79}"/>
          </ac:spMkLst>
        </pc:spChg>
      </pc:sldChg>
      <pc:sldChg chg="modSp add mod">
        <pc:chgData name="Ana Carolina Nel" userId="e2dd38cb2819479d" providerId="LiveId" clId="{55AF0FD5-A84B-4077-AF3F-BF4C4552CF6F}" dt="2025-11-11T11:29:47.001" v="70" actId="1076"/>
        <pc:sldMkLst>
          <pc:docMk/>
          <pc:sldMk cId="4111582774" sldId="266"/>
        </pc:sldMkLst>
        <pc:spChg chg="mod">
          <ac:chgData name="Ana Carolina Nel" userId="e2dd38cb2819479d" providerId="LiveId" clId="{55AF0FD5-A84B-4077-AF3F-BF4C4552CF6F}" dt="2025-11-11T11:29:47.001" v="70" actId="1076"/>
          <ac:spMkLst>
            <pc:docMk/>
            <pc:sldMk cId="4111582774" sldId="266"/>
            <ac:spMk id="6" creationId="{DEA55B8C-A207-A9A7-A926-0F4EE2F4CAB0}"/>
          </ac:spMkLst>
        </pc:spChg>
      </pc:sldChg>
      <pc:sldChg chg="addSp delSp modSp add mod">
        <pc:chgData name="Ana Carolina Nel" userId="e2dd38cb2819479d" providerId="LiveId" clId="{55AF0FD5-A84B-4077-AF3F-BF4C4552CF6F}" dt="2025-11-11T11:32:15.471" v="114" actId="1076"/>
        <pc:sldMkLst>
          <pc:docMk/>
          <pc:sldMk cId="1891485882" sldId="267"/>
        </pc:sldMkLst>
        <pc:spChg chg="add del">
          <ac:chgData name="Ana Carolina Nel" userId="e2dd38cb2819479d" providerId="LiveId" clId="{55AF0FD5-A84B-4077-AF3F-BF4C4552CF6F}" dt="2025-11-11T11:31:40.991" v="109" actId="478"/>
          <ac:spMkLst>
            <pc:docMk/>
            <pc:sldMk cId="1891485882" sldId="267"/>
            <ac:spMk id="2" creationId="{A54D42BD-8549-1A08-5F3C-7A08AB83504C}"/>
          </ac:spMkLst>
        </pc:spChg>
        <pc:spChg chg="add mod">
          <ac:chgData name="Ana Carolina Nel" userId="e2dd38cb2819479d" providerId="LiveId" clId="{55AF0FD5-A84B-4077-AF3F-BF4C4552CF6F}" dt="2025-11-11T11:32:15.471" v="114" actId="1076"/>
          <ac:spMkLst>
            <pc:docMk/>
            <pc:sldMk cId="1891485882" sldId="267"/>
            <ac:spMk id="3" creationId="{DD12F0D3-D299-16A0-A1E4-612BFF9A740E}"/>
          </ac:spMkLst>
        </pc:spChg>
        <pc:spChg chg="mod">
          <ac:chgData name="Ana Carolina Nel" userId="e2dd38cb2819479d" providerId="LiveId" clId="{55AF0FD5-A84B-4077-AF3F-BF4C4552CF6F}" dt="2025-11-11T11:30:52.410" v="105" actId="20577"/>
          <ac:spMkLst>
            <pc:docMk/>
            <pc:sldMk cId="1891485882" sldId="267"/>
            <ac:spMk id="5" creationId="{82C2CB9B-E2F1-A919-4486-1C0AF323C841}"/>
          </ac:spMkLst>
        </pc:spChg>
        <pc:spChg chg="mod">
          <ac:chgData name="Ana Carolina Nel" userId="e2dd38cb2819479d" providerId="LiveId" clId="{55AF0FD5-A84B-4077-AF3F-BF4C4552CF6F}" dt="2025-11-11T11:31:04.901" v="107" actId="1076"/>
          <ac:spMkLst>
            <pc:docMk/>
            <pc:sldMk cId="1891485882" sldId="267"/>
            <ac:spMk id="6" creationId="{FF88C779-33F1-7D3D-6B18-6A1C5B725B2E}"/>
          </ac:spMkLst>
        </pc:spChg>
      </pc:sldChg>
      <pc:sldChg chg="addSp delSp modSp add mod">
        <pc:chgData name="Ana Carolina Nel" userId="e2dd38cb2819479d" providerId="LiveId" clId="{55AF0FD5-A84B-4077-AF3F-BF4C4552CF6F}" dt="2025-11-11T11:47:09.320" v="418" actId="113"/>
        <pc:sldMkLst>
          <pc:docMk/>
          <pc:sldMk cId="1325374803" sldId="268"/>
        </pc:sldMkLst>
        <pc:spChg chg="add mod">
          <ac:chgData name="Ana Carolina Nel" userId="e2dd38cb2819479d" providerId="LiveId" clId="{55AF0FD5-A84B-4077-AF3F-BF4C4552CF6F}" dt="2025-11-11T11:34:22.161" v="170" actId="122"/>
          <ac:spMkLst>
            <pc:docMk/>
            <pc:sldMk cId="1325374803" sldId="268"/>
            <ac:spMk id="2" creationId="{B344D13D-BE0D-9C72-0C87-F63C1A68CD77}"/>
          </ac:spMkLst>
        </pc:spChg>
        <pc:spChg chg="del">
          <ac:chgData name="Ana Carolina Nel" userId="e2dd38cb2819479d" providerId="LiveId" clId="{55AF0FD5-A84B-4077-AF3F-BF4C4552CF6F}" dt="2025-11-11T11:33:08.391" v="127" actId="478"/>
          <ac:spMkLst>
            <pc:docMk/>
            <pc:sldMk cId="1325374803" sldId="268"/>
            <ac:spMk id="3" creationId="{FC406654-C210-84B2-9C50-4F5BD5AF8300}"/>
          </ac:spMkLst>
        </pc:spChg>
        <pc:spChg chg="add mod">
          <ac:chgData name="Ana Carolina Nel" userId="e2dd38cb2819479d" providerId="LiveId" clId="{55AF0FD5-A84B-4077-AF3F-BF4C4552CF6F}" dt="2025-11-11T11:34:41.681" v="172"/>
          <ac:spMkLst>
            <pc:docMk/>
            <pc:sldMk cId="1325374803" sldId="268"/>
            <ac:spMk id="4" creationId="{21D8A088-E67D-C82E-6BDC-DEA4BCB48E39}"/>
          </ac:spMkLst>
        </pc:spChg>
        <pc:spChg chg="mod">
          <ac:chgData name="Ana Carolina Nel" userId="e2dd38cb2819479d" providerId="LiveId" clId="{55AF0FD5-A84B-4077-AF3F-BF4C4552CF6F}" dt="2025-11-11T11:32:38.641" v="122" actId="20577"/>
          <ac:spMkLst>
            <pc:docMk/>
            <pc:sldMk cId="1325374803" sldId="268"/>
            <ac:spMk id="5" creationId="{A1120B44-31B5-2F07-6728-755C54D70113}"/>
          </ac:spMkLst>
        </pc:spChg>
        <pc:spChg chg="mod">
          <ac:chgData name="Ana Carolina Nel" userId="e2dd38cb2819479d" providerId="LiveId" clId="{55AF0FD5-A84B-4077-AF3F-BF4C4552CF6F}" dt="2025-11-11T11:47:09.320" v="418" actId="113"/>
          <ac:spMkLst>
            <pc:docMk/>
            <pc:sldMk cId="1325374803" sldId="268"/>
            <ac:spMk id="6" creationId="{51184DCB-0F04-BCFF-8D8F-6C70C2CA0130}"/>
          </ac:spMkLst>
        </pc:spChg>
      </pc:sldChg>
      <pc:sldChg chg="add del">
        <pc:chgData name="Ana Carolina Nel" userId="e2dd38cb2819479d" providerId="LiveId" clId="{55AF0FD5-A84B-4077-AF3F-BF4C4552CF6F}" dt="2025-11-11T11:33:04.181" v="126" actId="47"/>
        <pc:sldMkLst>
          <pc:docMk/>
          <pc:sldMk cId="568197465" sldId="269"/>
        </pc:sldMkLst>
      </pc:sldChg>
      <pc:sldChg chg="addSp modSp add mod">
        <pc:chgData name="Ana Carolina Nel" userId="e2dd38cb2819479d" providerId="LiveId" clId="{55AF0FD5-A84B-4077-AF3F-BF4C4552CF6F}" dt="2025-11-11T11:47:05.661" v="417" actId="113"/>
        <pc:sldMkLst>
          <pc:docMk/>
          <pc:sldMk cId="3823989042" sldId="269"/>
        </pc:sldMkLst>
        <pc:spChg chg="mod">
          <ac:chgData name="Ana Carolina Nel" userId="e2dd38cb2819479d" providerId="LiveId" clId="{55AF0FD5-A84B-4077-AF3F-BF4C4552CF6F}" dt="2025-11-11T11:36:08.251" v="181" actId="1076"/>
          <ac:spMkLst>
            <pc:docMk/>
            <pc:sldMk cId="3823989042" sldId="269"/>
            <ac:spMk id="2" creationId="{0D3C0425-44F8-FA13-BDAD-DC9455E19B65}"/>
          </ac:spMkLst>
        </pc:spChg>
        <pc:spChg chg="add mod">
          <ac:chgData name="Ana Carolina Nel" userId="e2dd38cb2819479d" providerId="LiveId" clId="{55AF0FD5-A84B-4077-AF3F-BF4C4552CF6F}" dt="2025-11-11T11:47:05.661" v="417" actId="113"/>
          <ac:spMkLst>
            <pc:docMk/>
            <pc:sldMk cId="3823989042" sldId="269"/>
            <ac:spMk id="3" creationId="{A65BFB2C-D845-201C-955C-0A9B33BDDAFA}"/>
          </ac:spMkLst>
        </pc:spChg>
        <pc:spChg chg="add mod">
          <ac:chgData name="Ana Carolina Nel" userId="e2dd38cb2819479d" providerId="LiveId" clId="{55AF0FD5-A84B-4077-AF3F-BF4C4552CF6F}" dt="2025-11-11T11:36:21.031" v="183" actId="14100"/>
          <ac:spMkLst>
            <pc:docMk/>
            <pc:sldMk cId="3823989042" sldId="269"/>
            <ac:spMk id="4" creationId="{BEBE6C14-49EB-63CF-D0E5-23DB147D55D7}"/>
          </ac:spMkLst>
        </pc:spChg>
        <pc:spChg chg="mod">
          <ac:chgData name="Ana Carolina Nel" userId="e2dd38cb2819479d" providerId="LiveId" clId="{55AF0FD5-A84B-4077-AF3F-BF4C4552CF6F}" dt="2025-11-11T11:47:03.441" v="416" actId="113"/>
          <ac:spMkLst>
            <pc:docMk/>
            <pc:sldMk cId="3823989042" sldId="269"/>
            <ac:spMk id="6" creationId="{CB4CB2AF-4BE7-968B-FFD6-F4B8CE3A0D86}"/>
          </ac:spMkLst>
        </pc:spChg>
      </pc:sldChg>
      <pc:sldChg chg="addSp delSp modSp add mod">
        <pc:chgData name="Ana Carolina Nel" userId="e2dd38cb2819479d" providerId="LiveId" clId="{55AF0FD5-A84B-4077-AF3F-BF4C4552CF6F}" dt="2025-11-11T11:46:59.421" v="415" actId="113"/>
        <pc:sldMkLst>
          <pc:docMk/>
          <pc:sldMk cId="3144661463" sldId="270"/>
        </pc:sldMkLst>
        <pc:spChg chg="del">
          <ac:chgData name="Ana Carolina Nel" userId="e2dd38cb2819479d" providerId="LiveId" clId="{55AF0FD5-A84B-4077-AF3F-BF4C4552CF6F}" dt="2025-11-11T11:37:21.901" v="221" actId="478"/>
          <ac:spMkLst>
            <pc:docMk/>
            <pc:sldMk cId="3144661463" sldId="270"/>
            <ac:spMk id="2" creationId="{0EDD0978-6710-643D-E53C-764CCBA3054F}"/>
          </ac:spMkLst>
        </pc:spChg>
        <pc:spChg chg="mod">
          <ac:chgData name="Ana Carolina Nel" userId="e2dd38cb2819479d" providerId="LiveId" clId="{55AF0FD5-A84B-4077-AF3F-BF4C4552CF6F}" dt="2025-11-11T11:46:59.421" v="415" actId="113"/>
          <ac:spMkLst>
            <pc:docMk/>
            <pc:sldMk cId="3144661463" sldId="270"/>
            <ac:spMk id="3" creationId="{ABEB9EE9-F3D2-1228-7434-DBCAEDFC756B}"/>
          </ac:spMkLst>
        </pc:spChg>
        <pc:spChg chg="mod">
          <ac:chgData name="Ana Carolina Nel" userId="e2dd38cb2819479d" providerId="LiveId" clId="{55AF0FD5-A84B-4077-AF3F-BF4C4552CF6F}" dt="2025-11-11T11:37:31.971" v="222" actId="1076"/>
          <ac:spMkLst>
            <pc:docMk/>
            <pc:sldMk cId="3144661463" sldId="270"/>
            <ac:spMk id="4" creationId="{8610F2F2-987A-F2D7-A499-8C0841479831}"/>
          </ac:spMkLst>
        </pc:spChg>
        <pc:spChg chg="mod">
          <ac:chgData name="Ana Carolina Nel" userId="e2dd38cb2819479d" providerId="LiveId" clId="{55AF0FD5-A84B-4077-AF3F-BF4C4552CF6F}" dt="2025-11-11T11:46:56.691" v="414" actId="113"/>
          <ac:spMkLst>
            <pc:docMk/>
            <pc:sldMk cId="3144661463" sldId="270"/>
            <ac:spMk id="6" creationId="{754A28DD-8682-3536-6DC5-360BABB80E46}"/>
          </ac:spMkLst>
        </pc:spChg>
        <pc:spChg chg="add mod">
          <ac:chgData name="Ana Carolina Nel" userId="e2dd38cb2819479d" providerId="LiveId" clId="{55AF0FD5-A84B-4077-AF3F-BF4C4552CF6F}" dt="2025-11-11T11:38:14.073" v="231" actId="122"/>
          <ac:spMkLst>
            <pc:docMk/>
            <pc:sldMk cId="3144661463" sldId="270"/>
            <ac:spMk id="7" creationId="{F95FA275-C7B6-2875-6507-5E41F7E04288}"/>
          </ac:spMkLst>
        </pc:spChg>
      </pc:sldChg>
      <pc:sldChg chg="addSp delSp modSp add mod">
        <pc:chgData name="Ana Carolina Nel" userId="e2dd38cb2819479d" providerId="LiveId" clId="{55AF0FD5-A84B-4077-AF3F-BF4C4552CF6F}" dt="2025-11-11T11:46:52.241" v="413" actId="113"/>
        <pc:sldMkLst>
          <pc:docMk/>
          <pc:sldMk cId="722533223" sldId="271"/>
        </pc:sldMkLst>
        <pc:spChg chg="add mod">
          <ac:chgData name="Ana Carolina Nel" userId="e2dd38cb2819479d" providerId="LiveId" clId="{55AF0FD5-A84B-4077-AF3F-BF4C4552CF6F}" dt="2025-11-11T11:39:53.931" v="272" actId="122"/>
          <ac:spMkLst>
            <pc:docMk/>
            <pc:sldMk cId="722533223" sldId="271"/>
            <ac:spMk id="2" creationId="{2985C3D6-1104-C8E9-8B49-DD943BCBC4D5}"/>
          </ac:spMkLst>
        </pc:spChg>
        <pc:spChg chg="mod">
          <ac:chgData name="Ana Carolina Nel" userId="e2dd38cb2819479d" providerId="LiveId" clId="{55AF0FD5-A84B-4077-AF3F-BF4C4552CF6F}" dt="2025-11-11T11:46:52.241" v="413" actId="113"/>
          <ac:spMkLst>
            <pc:docMk/>
            <pc:sldMk cId="722533223" sldId="271"/>
            <ac:spMk id="3" creationId="{23E2A6C2-2808-3036-823C-8BF5237B4667}"/>
          </ac:spMkLst>
        </pc:spChg>
        <pc:spChg chg="del">
          <ac:chgData name="Ana Carolina Nel" userId="e2dd38cb2819479d" providerId="LiveId" clId="{55AF0FD5-A84B-4077-AF3F-BF4C4552CF6F}" dt="2025-11-11T11:38:45.210" v="250" actId="478"/>
          <ac:spMkLst>
            <pc:docMk/>
            <pc:sldMk cId="722533223" sldId="271"/>
            <ac:spMk id="4" creationId="{04DDA5ED-291B-3E1C-8842-BD3DCB794B01}"/>
          </ac:spMkLst>
        </pc:spChg>
        <pc:spChg chg="mod">
          <ac:chgData name="Ana Carolina Nel" userId="e2dd38cb2819479d" providerId="LiveId" clId="{55AF0FD5-A84B-4077-AF3F-BF4C4552CF6F}" dt="2025-11-11T11:46:50.471" v="412" actId="113"/>
          <ac:spMkLst>
            <pc:docMk/>
            <pc:sldMk cId="722533223" sldId="271"/>
            <ac:spMk id="6" creationId="{A0737E92-B83E-D67A-F764-45D9EA846EDA}"/>
          </ac:spMkLst>
        </pc:spChg>
        <pc:spChg chg="mod">
          <ac:chgData name="Ana Carolina Nel" userId="e2dd38cb2819479d" providerId="LiveId" clId="{55AF0FD5-A84B-4077-AF3F-BF4C4552CF6F}" dt="2025-11-11T11:39:13.051" v="265" actId="14100"/>
          <ac:spMkLst>
            <pc:docMk/>
            <pc:sldMk cId="722533223" sldId="271"/>
            <ac:spMk id="7" creationId="{8ACC9CC0-BAEC-C439-11F0-3957E47AFB79}"/>
          </ac:spMkLst>
        </pc:spChg>
      </pc:sldChg>
      <pc:sldChg chg="addSp delSp modSp add mod">
        <pc:chgData name="Ana Carolina Nel" userId="e2dd38cb2819479d" providerId="LiveId" clId="{55AF0FD5-A84B-4077-AF3F-BF4C4552CF6F}" dt="2025-11-11T11:43:09.241" v="326" actId="207"/>
        <pc:sldMkLst>
          <pc:docMk/>
          <pc:sldMk cId="2803674190" sldId="272"/>
        </pc:sldMkLst>
        <pc:spChg chg="del">
          <ac:chgData name="Ana Carolina Nel" userId="e2dd38cb2819479d" providerId="LiveId" clId="{55AF0FD5-A84B-4077-AF3F-BF4C4552CF6F}" dt="2025-11-11T11:40:40.871" v="307" actId="478"/>
          <ac:spMkLst>
            <pc:docMk/>
            <pc:sldMk cId="2803674190" sldId="272"/>
            <ac:spMk id="2" creationId="{4B4F7F9C-B465-4260-D145-6A18F649710F}"/>
          </ac:spMkLst>
        </pc:spChg>
        <pc:spChg chg="del">
          <ac:chgData name="Ana Carolina Nel" userId="e2dd38cb2819479d" providerId="LiveId" clId="{55AF0FD5-A84B-4077-AF3F-BF4C4552CF6F}" dt="2025-11-11T11:40:46.801" v="308" actId="478"/>
          <ac:spMkLst>
            <pc:docMk/>
            <pc:sldMk cId="2803674190" sldId="272"/>
            <ac:spMk id="3" creationId="{9D89B651-052A-119A-5B5C-23E62FD5CB98}"/>
          </ac:spMkLst>
        </pc:spChg>
        <pc:spChg chg="mod">
          <ac:chgData name="Ana Carolina Nel" userId="e2dd38cb2819479d" providerId="LiveId" clId="{55AF0FD5-A84B-4077-AF3F-BF4C4552CF6F}" dt="2025-11-11T11:40:29.961" v="304" actId="20577"/>
          <ac:spMkLst>
            <pc:docMk/>
            <pc:sldMk cId="2803674190" sldId="272"/>
            <ac:spMk id="5" creationId="{11D7A5C1-F90B-C26F-2283-E8B48751D61F}"/>
          </ac:spMkLst>
        </pc:spChg>
        <pc:spChg chg="del">
          <ac:chgData name="Ana Carolina Nel" userId="e2dd38cb2819479d" providerId="LiveId" clId="{55AF0FD5-A84B-4077-AF3F-BF4C4552CF6F}" dt="2025-11-11T11:40:52.291" v="311" actId="478"/>
          <ac:spMkLst>
            <pc:docMk/>
            <pc:sldMk cId="2803674190" sldId="272"/>
            <ac:spMk id="6" creationId="{593D9168-9D5C-E463-F94A-A2ED637CE980}"/>
          </ac:spMkLst>
        </pc:spChg>
        <pc:spChg chg="del mod">
          <ac:chgData name="Ana Carolina Nel" userId="e2dd38cb2819479d" providerId="LiveId" clId="{55AF0FD5-A84B-4077-AF3F-BF4C4552CF6F}" dt="2025-11-11T11:40:37.271" v="306" actId="478"/>
          <ac:spMkLst>
            <pc:docMk/>
            <pc:sldMk cId="2803674190" sldId="272"/>
            <ac:spMk id="7" creationId="{464D7446-19AC-57BC-B6E7-4321C87DE1A6}"/>
          </ac:spMkLst>
        </pc:spChg>
        <pc:graphicFrameChg chg="add mod ord modGraphic">
          <ac:chgData name="Ana Carolina Nel" userId="e2dd38cb2819479d" providerId="LiveId" clId="{55AF0FD5-A84B-4077-AF3F-BF4C4552CF6F}" dt="2025-11-11T11:43:09.241" v="326" actId="207"/>
          <ac:graphicFrameMkLst>
            <pc:docMk/>
            <pc:sldMk cId="2803674190" sldId="272"/>
            <ac:graphicFrameMk id="4" creationId="{2D217515-1ED1-3CAD-19E2-FAE3F31349D0}"/>
          </ac:graphicFrameMkLst>
        </pc:graphicFrameChg>
        <pc:picChg chg="add del">
          <ac:chgData name="Ana Carolina Nel" userId="e2dd38cb2819479d" providerId="LiveId" clId="{55AF0FD5-A84B-4077-AF3F-BF4C4552CF6F}" dt="2025-11-11T11:40:49.761" v="310" actId="478"/>
          <ac:picMkLst>
            <pc:docMk/>
            <pc:sldMk cId="2803674190" sldId="272"/>
            <ac:picMk id="10" creationId="{B372BAE3-CB09-D6CB-A87A-3462222237C5}"/>
          </ac:picMkLst>
        </pc:picChg>
      </pc:sldChg>
      <pc:sldChg chg="modSp add mod">
        <pc:chgData name="Ana Carolina Nel" userId="e2dd38cb2819479d" providerId="LiveId" clId="{55AF0FD5-A84B-4077-AF3F-BF4C4552CF6F}" dt="2025-11-11T11:43:53.111" v="345" actId="20577"/>
        <pc:sldMkLst>
          <pc:docMk/>
          <pc:sldMk cId="3392426254" sldId="273"/>
        </pc:sldMkLst>
        <pc:spChg chg="mod">
          <ac:chgData name="Ana Carolina Nel" userId="e2dd38cb2819479d" providerId="LiveId" clId="{55AF0FD5-A84B-4077-AF3F-BF4C4552CF6F}" dt="2025-11-11T11:43:34.241" v="343" actId="20577"/>
          <ac:spMkLst>
            <pc:docMk/>
            <pc:sldMk cId="3392426254" sldId="273"/>
            <ac:spMk id="5" creationId="{652880B8-D42E-E827-74AE-6B4F0B4CE326}"/>
          </ac:spMkLst>
        </pc:spChg>
        <pc:spChg chg="mod">
          <ac:chgData name="Ana Carolina Nel" userId="e2dd38cb2819479d" providerId="LiveId" clId="{55AF0FD5-A84B-4077-AF3F-BF4C4552CF6F}" dt="2025-11-11T11:43:53.111" v="345" actId="20577"/>
          <ac:spMkLst>
            <pc:docMk/>
            <pc:sldMk cId="3392426254" sldId="273"/>
            <ac:spMk id="6" creationId="{C35DB645-24CF-151B-FDC7-AC3D98DE6568}"/>
          </ac:spMkLst>
        </pc:spChg>
      </pc:sldChg>
      <pc:sldChg chg="modSp add">
        <pc:chgData name="Ana Carolina Nel" userId="e2dd38cb2819479d" providerId="LiveId" clId="{55AF0FD5-A84B-4077-AF3F-BF4C4552CF6F}" dt="2025-11-11T11:44:03.296" v="347"/>
        <pc:sldMkLst>
          <pc:docMk/>
          <pc:sldMk cId="2540054745" sldId="274"/>
        </pc:sldMkLst>
        <pc:spChg chg="mod">
          <ac:chgData name="Ana Carolina Nel" userId="e2dd38cb2819479d" providerId="LiveId" clId="{55AF0FD5-A84B-4077-AF3F-BF4C4552CF6F}" dt="2025-11-11T11:44:03.296" v="347"/>
          <ac:spMkLst>
            <pc:docMk/>
            <pc:sldMk cId="2540054745" sldId="274"/>
            <ac:spMk id="6" creationId="{A87D3614-0271-7685-3F67-42033586158D}"/>
          </ac:spMkLst>
        </pc:spChg>
      </pc:sldChg>
      <pc:sldChg chg="modSp add mod">
        <pc:chgData name="Ana Carolina Nel" userId="e2dd38cb2819479d" providerId="LiveId" clId="{55AF0FD5-A84B-4077-AF3F-BF4C4552CF6F}" dt="2025-11-11T11:44:57.941" v="365"/>
        <pc:sldMkLst>
          <pc:docMk/>
          <pc:sldMk cId="1976601031" sldId="275"/>
        </pc:sldMkLst>
        <pc:spChg chg="mod">
          <ac:chgData name="Ana Carolina Nel" userId="e2dd38cb2819479d" providerId="LiveId" clId="{55AF0FD5-A84B-4077-AF3F-BF4C4552CF6F}" dt="2025-11-11T11:44:50.511" v="364" actId="14100"/>
          <ac:spMkLst>
            <pc:docMk/>
            <pc:sldMk cId="1976601031" sldId="275"/>
            <ac:spMk id="5" creationId="{D8E48D38-9C9B-187C-89DC-F8FC43D6C9F3}"/>
          </ac:spMkLst>
        </pc:spChg>
        <pc:spChg chg="mod">
          <ac:chgData name="Ana Carolina Nel" userId="e2dd38cb2819479d" providerId="LiveId" clId="{55AF0FD5-A84B-4077-AF3F-BF4C4552CF6F}" dt="2025-11-11T11:44:57.941" v="365"/>
          <ac:spMkLst>
            <pc:docMk/>
            <pc:sldMk cId="1976601031" sldId="275"/>
            <ac:spMk id="6" creationId="{9F23468E-FFC2-B0DA-2C7B-B07620A76A72}"/>
          </ac:spMkLst>
        </pc:spChg>
      </pc:sldChg>
      <pc:sldChg chg="modSp add mod">
        <pc:chgData name="Ana Carolina Nel" userId="e2dd38cb2819479d" providerId="LiveId" clId="{55AF0FD5-A84B-4077-AF3F-BF4C4552CF6F}" dt="2025-11-11T11:45:39.441" v="373" actId="113"/>
        <pc:sldMkLst>
          <pc:docMk/>
          <pc:sldMk cId="1973092745" sldId="276"/>
        </pc:sldMkLst>
        <pc:spChg chg="mod">
          <ac:chgData name="Ana Carolina Nel" userId="e2dd38cb2819479d" providerId="LiveId" clId="{55AF0FD5-A84B-4077-AF3F-BF4C4552CF6F}" dt="2025-11-11T11:45:39.441" v="373" actId="113"/>
          <ac:spMkLst>
            <pc:docMk/>
            <pc:sldMk cId="1973092745" sldId="276"/>
            <ac:spMk id="6" creationId="{8CDC9C99-D895-5D36-B3BF-EDD659293FE3}"/>
          </ac:spMkLst>
        </pc:spChg>
      </pc:sldChg>
      <pc:sldChg chg="addSp delSp modSp add mod">
        <pc:chgData name="Ana Carolina Nel" userId="e2dd38cb2819479d" providerId="LiveId" clId="{55AF0FD5-A84B-4077-AF3F-BF4C4552CF6F}" dt="2025-11-11T11:46:46.631" v="411" actId="113"/>
        <pc:sldMkLst>
          <pc:docMk/>
          <pc:sldMk cId="1161616990" sldId="277"/>
        </pc:sldMkLst>
        <pc:spChg chg="del mod">
          <ac:chgData name="Ana Carolina Nel" userId="e2dd38cb2819479d" providerId="LiveId" clId="{55AF0FD5-A84B-4077-AF3F-BF4C4552CF6F}" dt="2025-11-11T11:46:15.551" v="399" actId="478"/>
          <ac:spMkLst>
            <pc:docMk/>
            <pc:sldMk cId="1161616990" sldId="277"/>
            <ac:spMk id="2" creationId="{43D95A0C-0E25-B963-A935-2BD22D13508B}"/>
          </ac:spMkLst>
        </pc:spChg>
        <pc:spChg chg="del">
          <ac:chgData name="Ana Carolina Nel" userId="e2dd38cb2819479d" providerId="LiveId" clId="{55AF0FD5-A84B-4077-AF3F-BF4C4552CF6F}" dt="2025-11-11T11:46:18.611" v="400" actId="478"/>
          <ac:spMkLst>
            <pc:docMk/>
            <pc:sldMk cId="1161616990" sldId="277"/>
            <ac:spMk id="3" creationId="{B2363E1A-1B25-D483-C7F9-F480DA918FC8}"/>
          </ac:spMkLst>
        </pc:spChg>
        <pc:spChg chg="add mod">
          <ac:chgData name="Ana Carolina Nel" userId="e2dd38cb2819479d" providerId="LiveId" clId="{55AF0FD5-A84B-4077-AF3F-BF4C4552CF6F}" dt="2025-11-11T11:46:38.031" v="404" actId="1076"/>
          <ac:spMkLst>
            <pc:docMk/>
            <pc:sldMk cId="1161616990" sldId="277"/>
            <ac:spMk id="4" creationId="{41D614E5-5473-7B5F-C7D6-580C2D9A59BB}"/>
          </ac:spMkLst>
        </pc:spChg>
        <pc:spChg chg="mod">
          <ac:chgData name="Ana Carolina Nel" userId="e2dd38cb2819479d" providerId="LiveId" clId="{55AF0FD5-A84B-4077-AF3F-BF4C4552CF6F}" dt="2025-11-11T11:46:11.116" v="397" actId="20577"/>
          <ac:spMkLst>
            <pc:docMk/>
            <pc:sldMk cId="1161616990" sldId="277"/>
            <ac:spMk id="5" creationId="{215CA055-5CD2-7B40-F5E2-CE53C24162D7}"/>
          </ac:spMkLst>
        </pc:spChg>
        <pc:spChg chg="mod">
          <ac:chgData name="Ana Carolina Nel" userId="e2dd38cb2819479d" providerId="LiveId" clId="{55AF0FD5-A84B-4077-AF3F-BF4C4552CF6F}" dt="2025-11-11T11:46:46.631" v="411" actId="113"/>
          <ac:spMkLst>
            <pc:docMk/>
            <pc:sldMk cId="1161616990" sldId="277"/>
            <ac:spMk id="6" creationId="{D78F98D6-BF6B-F62D-F8EF-26C85EF6F500}"/>
          </ac:spMkLst>
        </pc:spChg>
        <pc:spChg chg="del mod">
          <ac:chgData name="Ana Carolina Nel" userId="e2dd38cb2819479d" providerId="LiveId" clId="{55AF0FD5-A84B-4077-AF3F-BF4C4552CF6F}" dt="2025-11-11T11:46:23.271" v="402" actId="478"/>
          <ac:spMkLst>
            <pc:docMk/>
            <pc:sldMk cId="1161616990" sldId="277"/>
            <ac:spMk id="7" creationId="{F4955C6D-3024-CA71-E287-917D7301A5FD}"/>
          </ac:spMkLst>
        </pc:spChg>
      </pc:sldChg>
      <pc:sldChg chg="addSp modSp add mod">
        <pc:chgData name="Ana Carolina Nel" userId="e2dd38cb2819479d" providerId="LiveId" clId="{55AF0FD5-A84B-4077-AF3F-BF4C4552CF6F}" dt="2025-11-11T11:49:38.901" v="434" actId="1076"/>
        <pc:sldMkLst>
          <pc:docMk/>
          <pc:sldMk cId="2919734156" sldId="278"/>
        </pc:sldMkLst>
        <pc:spChg chg="add mod">
          <ac:chgData name="Ana Carolina Nel" userId="e2dd38cb2819479d" providerId="LiveId" clId="{55AF0FD5-A84B-4077-AF3F-BF4C4552CF6F}" dt="2025-11-11T11:49:38.901" v="434" actId="1076"/>
          <ac:spMkLst>
            <pc:docMk/>
            <pc:sldMk cId="2919734156" sldId="278"/>
            <ac:spMk id="2" creationId="{0E36A709-18CC-D2B6-4660-1D928E13114D}"/>
          </ac:spMkLst>
        </pc:spChg>
        <pc:spChg chg="add mod">
          <ac:chgData name="Ana Carolina Nel" userId="e2dd38cb2819479d" providerId="LiveId" clId="{55AF0FD5-A84B-4077-AF3F-BF4C4552CF6F}" dt="2025-11-11T11:49:38.901" v="434" actId="1076"/>
          <ac:spMkLst>
            <pc:docMk/>
            <pc:sldMk cId="2919734156" sldId="278"/>
            <ac:spMk id="3" creationId="{B3B82331-5D06-F8E9-20BA-760A0A86340B}"/>
          </ac:spMkLst>
        </pc:spChg>
        <pc:spChg chg="mod">
          <ac:chgData name="Ana Carolina Nel" userId="e2dd38cb2819479d" providerId="LiveId" clId="{55AF0FD5-A84B-4077-AF3F-BF4C4552CF6F}" dt="2025-11-11T11:49:38.901" v="434" actId="1076"/>
          <ac:spMkLst>
            <pc:docMk/>
            <pc:sldMk cId="2919734156" sldId="278"/>
            <ac:spMk id="4" creationId="{A4689797-B0A2-837F-5561-865DC8EFF115}"/>
          </ac:spMkLst>
        </pc:spChg>
        <pc:spChg chg="mod">
          <ac:chgData name="Ana Carolina Nel" userId="e2dd38cb2819479d" providerId="LiveId" clId="{55AF0FD5-A84B-4077-AF3F-BF4C4552CF6F}" dt="2025-11-11T11:49:38.901" v="434" actId="1076"/>
          <ac:spMkLst>
            <pc:docMk/>
            <pc:sldMk cId="2919734156" sldId="278"/>
            <ac:spMk id="6" creationId="{655A35A7-3578-AB11-8E66-4D9A44A36D5E}"/>
          </ac:spMkLst>
        </pc:spChg>
      </pc:sldChg>
      <pc:sldChg chg="add del">
        <pc:chgData name="Ana Carolina Nel" userId="e2dd38cb2819479d" providerId="LiveId" clId="{55AF0FD5-A84B-4077-AF3F-BF4C4552CF6F}" dt="2025-11-11T11:47:48.501" v="421"/>
        <pc:sldMkLst>
          <pc:docMk/>
          <pc:sldMk cId="4245806152"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F3681D-9899-4F2D-B954-7498EB5051B2}" type="datetimeFigureOut">
              <a:rPr lang="pt-BR" smtClean="0"/>
              <a:t>19/11/2025</a:t>
            </a:fld>
            <a:endParaRPr lang="pt-B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B6F824-8703-49D2-9D87-1D6145B4F4B7}" type="slidenum">
              <a:rPr lang="pt-BR" smtClean="0"/>
              <a:t>‹nº›</a:t>
            </a:fld>
            <a:endParaRPr lang="pt-BR"/>
          </a:p>
        </p:txBody>
      </p:sp>
    </p:spTree>
    <p:extLst>
      <p:ext uri="{BB962C8B-B14F-4D97-AF65-F5344CB8AC3E}">
        <p14:creationId xmlns:p14="http://schemas.microsoft.com/office/powerpoint/2010/main" val="311765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52B6F824-8703-49D2-9D87-1D6145B4F4B7}" type="slidenum">
              <a:rPr lang="pt-BR" smtClean="0"/>
              <a:t>13</a:t>
            </a:fld>
            <a:endParaRPr lang="pt-BR"/>
          </a:p>
        </p:txBody>
      </p:sp>
    </p:spTree>
    <p:extLst>
      <p:ext uri="{BB962C8B-B14F-4D97-AF65-F5344CB8AC3E}">
        <p14:creationId xmlns:p14="http://schemas.microsoft.com/office/powerpoint/2010/main" val="1538511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E39E78-6A39-7C5F-111A-F936224BD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DE11DD70-1D24-F208-D48D-62A3950B6E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186E543A-8712-F7B2-6D6F-5D2EBAB2FBB4}"/>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xmlns="" id="{BD60ADED-B321-E72E-AC6D-480779FDACA2}"/>
              </a:ext>
            </a:extLst>
          </p:cNvPr>
          <p:cNvSpPr>
            <a:spLocks noGrp="1"/>
          </p:cNvSpPr>
          <p:nvPr>
            <p:ph type="sldNum" sz="quarter" idx="5"/>
          </p:nvPr>
        </p:nvSpPr>
        <p:spPr/>
        <p:txBody>
          <a:bodyPr/>
          <a:lstStyle/>
          <a:p>
            <a:fld id="{52B6F824-8703-49D2-9D87-1D6145B4F4B7}" type="slidenum">
              <a:rPr lang="pt-BR" smtClean="0"/>
              <a:t>14</a:t>
            </a:fld>
            <a:endParaRPr lang="pt-BR"/>
          </a:p>
        </p:txBody>
      </p:sp>
    </p:spTree>
    <p:extLst>
      <p:ext uri="{BB962C8B-B14F-4D97-AF65-F5344CB8AC3E}">
        <p14:creationId xmlns:p14="http://schemas.microsoft.com/office/powerpoint/2010/main" val="4145442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5C6018-5061-A3DC-EDCB-116885776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299D8E4E-23F6-A893-BB49-8A6FC506C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142504A8-D4F5-5D2B-7CAE-CDB4BF8C739E}"/>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xmlns="" id="{BDC767B8-4CD3-47A2-9F4B-9A27FA4DBB67}"/>
              </a:ext>
            </a:extLst>
          </p:cNvPr>
          <p:cNvSpPr>
            <a:spLocks noGrp="1"/>
          </p:cNvSpPr>
          <p:nvPr>
            <p:ph type="sldNum" sz="quarter" idx="5"/>
          </p:nvPr>
        </p:nvSpPr>
        <p:spPr/>
        <p:txBody>
          <a:bodyPr/>
          <a:lstStyle/>
          <a:p>
            <a:fld id="{52B6F824-8703-49D2-9D87-1D6145B4F4B7}" type="slidenum">
              <a:rPr lang="pt-BR" smtClean="0"/>
              <a:t>15</a:t>
            </a:fld>
            <a:endParaRPr lang="pt-BR"/>
          </a:p>
        </p:txBody>
      </p:sp>
    </p:spTree>
    <p:extLst>
      <p:ext uri="{BB962C8B-B14F-4D97-AF65-F5344CB8AC3E}">
        <p14:creationId xmlns:p14="http://schemas.microsoft.com/office/powerpoint/2010/main" val="2858193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2B65D3-D7DF-909B-139A-6D8E47D8A7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BR"/>
          </a:p>
        </p:txBody>
      </p:sp>
      <p:sp>
        <p:nvSpPr>
          <p:cNvPr id="3" name="Subtitle 2">
            <a:extLst>
              <a:ext uri="{FF2B5EF4-FFF2-40B4-BE49-F238E27FC236}">
                <a16:creationId xmlns:a16="http://schemas.microsoft.com/office/drawing/2014/main" xmlns="" id="{F3B187AE-6513-70F5-F6BC-9A662E8609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BR"/>
          </a:p>
        </p:txBody>
      </p:sp>
      <p:sp>
        <p:nvSpPr>
          <p:cNvPr id="4" name="Date Placeholder 3">
            <a:extLst>
              <a:ext uri="{FF2B5EF4-FFF2-40B4-BE49-F238E27FC236}">
                <a16:creationId xmlns:a16="http://schemas.microsoft.com/office/drawing/2014/main" xmlns="" id="{5AEA60AA-42D6-A137-FC16-F0BF9F1F1D52}"/>
              </a:ext>
            </a:extLst>
          </p:cNvPr>
          <p:cNvSpPr>
            <a:spLocks noGrp="1"/>
          </p:cNvSpPr>
          <p:nvPr>
            <p:ph type="dt" sz="half" idx="10"/>
          </p:nvPr>
        </p:nvSpPr>
        <p:spPr/>
        <p:txBody>
          <a:bodyPr/>
          <a:lstStyle/>
          <a:p>
            <a:fld id="{79FF6BB4-DF49-4A43-A315-50B42AE724FC}" type="datetimeFigureOut">
              <a:rPr lang="pt-BR" smtClean="0"/>
              <a:t>19/11/2025</a:t>
            </a:fld>
            <a:endParaRPr lang="pt-BR"/>
          </a:p>
        </p:txBody>
      </p:sp>
      <p:sp>
        <p:nvSpPr>
          <p:cNvPr id="5" name="Footer Placeholder 4">
            <a:extLst>
              <a:ext uri="{FF2B5EF4-FFF2-40B4-BE49-F238E27FC236}">
                <a16:creationId xmlns:a16="http://schemas.microsoft.com/office/drawing/2014/main" xmlns="" id="{759B2C34-53FE-4FC2-AB88-FDEEFEF5A2AF}"/>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xmlns="" id="{ACFFCD3D-EB2C-0A4C-BCB2-E312C23B55F0}"/>
              </a:ext>
            </a:extLst>
          </p:cNvPr>
          <p:cNvSpPr>
            <a:spLocks noGrp="1"/>
          </p:cNvSpPr>
          <p:nvPr>
            <p:ph type="sldNum" sz="quarter" idx="12"/>
          </p:nvPr>
        </p:nvSpPr>
        <p:spPr/>
        <p:txBody>
          <a:bodyPr/>
          <a:lstStyle/>
          <a:p>
            <a:fld id="{CEDEDEC7-8F4C-412D-A45D-4F872D6D2030}" type="slidenum">
              <a:rPr lang="pt-BR" smtClean="0"/>
              <a:t>‹nº›</a:t>
            </a:fld>
            <a:endParaRPr lang="pt-BR"/>
          </a:p>
        </p:txBody>
      </p:sp>
    </p:spTree>
    <p:extLst>
      <p:ext uri="{BB962C8B-B14F-4D97-AF65-F5344CB8AC3E}">
        <p14:creationId xmlns:p14="http://schemas.microsoft.com/office/powerpoint/2010/main" val="3751444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19C56D-B860-DE16-EBF3-0DED523A45D2}"/>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xmlns="" id="{1FCCD100-AA58-9FB9-01D1-8B61677416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xmlns="" id="{02D354F5-19DC-B0E2-EAAD-6C40245ECAA9}"/>
              </a:ext>
            </a:extLst>
          </p:cNvPr>
          <p:cNvSpPr>
            <a:spLocks noGrp="1"/>
          </p:cNvSpPr>
          <p:nvPr>
            <p:ph type="dt" sz="half" idx="10"/>
          </p:nvPr>
        </p:nvSpPr>
        <p:spPr/>
        <p:txBody>
          <a:bodyPr/>
          <a:lstStyle/>
          <a:p>
            <a:fld id="{79FF6BB4-DF49-4A43-A315-50B42AE724FC}" type="datetimeFigureOut">
              <a:rPr lang="pt-BR" smtClean="0"/>
              <a:t>19/11/2025</a:t>
            </a:fld>
            <a:endParaRPr lang="pt-BR"/>
          </a:p>
        </p:txBody>
      </p:sp>
      <p:sp>
        <p:nvSpPr>
          <p:cNvPr id="5" name="Footer Placeholder 4">
            <a:extLst>
              <a:ext uri="{FF2B5EF4-FFF2-40B4-BE49-F238E27FC236}">
                <a16:creationId xmlns:a16="http://schemas.microsoft.com/office/drawing/2014/main" xmlns="" id="{F52D0EEE-491A-BA63-AB94-61A4A9D006B3}"/>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xmlns="" id="{70D3128A-D9B3-DE8E-1D9F-234E1EF2C3FC}"/>
              </a:ext>
            </a:extLst>
          </p:cNvPr>
          <p:cNvSpPr>
            <a:spLocks noGrp="1"/>
          </p:cNvSpPr>
          <p:nvPr>
            <p:ph type="sldNum" sz="quarter" idx="12"/>
          </p:nvPr>
        </p:nvSpPr>
        <p:spPr/>
        <p:txBody>
          <a:bodyPr/>
          <a:lstStyle/>
          <a:p>
            <a:fld id="{CEDEDEC7-8F4C-412D-A45D-4F872D6D2030}" type="slidenum">
              <a:rPr lang="pt-BR" smtClean="0"/>
              <a:t>‹nº›</a:t>
            </a:fld>
            <a:endParaRPr lang="pt-BR"/>
          </a:p>
        </p:txBody>
      </p:sp>
    </p:spTree>
    <p:extLst>
      <p:ext uri="{BB962C8B-B14F-4D97-AF65-F5344CB8AC3E}">
        <p14:creationId xmlns:p14="http://schemas.microsoft.com/office/powerpoint/2010/main" val="1339495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E094A7-CC73-22D6-1130-BCDAA2C29B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t-BR"/>
          </a:p>
        </p:txBody>
      </p:sp>
      <p:sp>
        <p:nvSpPr>
          <p:cNvPr id="3" name="Text Placeholder 2">
            <a:extLst>
              <a:ext uri="{FF2B5EF4-FFF2-40B4-BE49-F238E27FC236}">
                <a16:creationId xmlns:a16="http://schemas.microsoft.com/office/drawing/2014/main" xmlns="" id="{531DDC81-8D3B-F795-300F-264E7E7E97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8E7D677-2132-376D-709C-A0FC0AD95E58}"/>
              </a:ext>
            </a:extLst>
          </p:cNvPr>
          <p:cNvSpPr>
            <a:spLocks noGrp="1"/>
          </p:cNvSpPr>
          <p:nvPr>
            <p:ph type="dt" sz="half" idx="10"/>
          </p:nvPr>
        </p:nvSpPr>
        <p:spPr/>
        <p:txBody>
          <a:bodyPr/>
          <a:lstStyle/>
          <a:p>
            <a:fld id="{79FF6BB4-DF49-4A43-A315-50B42AE724FC}" type="datetimeFigureOut">
              <a:rPr lang="pt-BR" smtClean="0"/>
              <a:t>19/11/2025</a:t>
            </a:fld>
            <a:endParaRPr lang="pt-BR"/>
          </a:p>
        </p:txBody>
      </p:sp>
      <p:sp>
        <p:nvSpPr>
          <p:cNvPr id="5" name="Footer Placeholder 4">
            <a:extLst>
              <a:ext uri="{FF2B5EF4-FFF2-40B4-BE49-F238E27FC236}">
                <a16:creationId xmlns:a16="http://schemas.microsoft.com/office/drawing/2014/main" xmlns="" id="{67115856-5D65-5785-2E33-3EE145566EE5}"/>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xmlns="" id="{E69AFFE0-323C-5F64-CD24-2A2D17A65B7B}"/>
              </a:ext>
            </a:extLst>
          </p:cNvPr>
          <p:cNvSpPr>
            <a:spLocks noGrp="1"/>
          </p:cNvSpPr>
          <p:nvPr>
            <p:ph type="sldNum" sz="quarter" idx="12"/>
          </p:nvPr>
        </p:nvSpPr>
        <p:spPr/>
        <p:txBody>
          <a:bodyPr/>
          <a:lstStyle/>
          <a:p>
            <a:fld id="{CEDEDEC7-8F4C-412D-A45D-4F872D6D2030}" type="slidenum">
              <a:rPr lang="pt-BR" smtClean="0"/>
              <a:t>‹nº›</a:t>
            </a:fld>
            <a:endParaRPr lang="pt-BR"/>
          </a:p>
        </p:txBody>
      </p:sp>
    </p:spTree>
    <p:extLst>
      <p:ext uri="{BB962C8B-B14F-4D97-AF65-F5344CB8AC3E}">
        <p14:creationId xmlns:p14="http://schemas.microsoft.com/office/powerpoint/2010/main" val="2304450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8933C1-1BE8-4F74-7310-CCE87D1EA432}"/>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xmlns="" id="{2DD239BD-8BBE-BDFA-7460-575DD838B8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Content Placeholder 3">
            <a:extLst>
              <a:ext uri="{FF2B5EF4-FFF2-40B4-BE49-F238E27FC236}">
                <a16:creationId xmlns:a16="http://schemas.microsoft.com/office/drawing/2014/main" xmlns="" id="{3C516D6B-ACE7-3CB3-3FAE-1E5453B2F1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Date Placeholder 4">
            <a:extLst>
              <a:ext uri="{FF2B5EF4-FFF2-40B4-BE49-F238E27FC236}">
                <a16:creationId xmlns:a16="http://schemas.microsoft.com/office/drawing/2014/main" xmlns="" id="{9DC61EF5-08E8-304A-6AD1-6D5E63C6CE31}"/>
              </a:ext>
            </a:extLst>
          </p:cNvPr>
          <p:cNvSpPr>
            <a:spLocks noGrp="1"/>
          </p:cNvSpPr>
          <p:nvPr>
            <p:ph type="dt" sz="half" idx="10"/>
          </p:nvPr>
        </p:nvSpPr>
        <p:spPr/>
        <p:txBody>
          <a:bodyPr/>
          <a:lstStyle/>
          <a:p>
            <a:fld id="{79FF6BB4-DF49-4A43-A315-50B42AE724FC}" type="datetimeFigureOut">
              <a:rPr lang="pt-BR" smtClean="0"/>
              <a:t>19/11/2025</a:t>
            </a:fld>
            <a:endParaRPr lang="pt-BR"/>
          </a:p>
        </p:txBody>
      </p:sp>
      <p:sp>
        <p:nvSpPr>
          <p:cNvPr id="6" name="Footer Placeholder 5">
            <a:extLst>
              <a:ext uri="{FF2B5EF4-FFF2-40B4-BE49-F238E27FC236}">
                <a16:creationId xmlns:a16="http://schemas.microsoft.com/office/drawing/2014/main" xmlns="" id="{CB5266ED-7402-73A5-75A7-A77B788BA095}"/>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xmlns="" id="{F6C24E51-E289-7653-637B-E8DE523A3CFA}"/>
              </a:ext>
            </a:extLst>
          </p:cNvPr>
          <p:cNvSpPr>
            <a:spLocks noGrp="1"/>
          </p:cNvSpPr>
          <p:nvPr>
            <p:ph type="sldNum" sz="quarter" idx="12"/>
          </p:nvPr>
        </p:nvSpPr>
        <p:spPr/>
        <p:txBody>
          <a:bodyPr/>
          <a:lstStyle/>
          <a:p>
            <a:fld id="{CEDEDEC7-8F4C-412D-A45D-4F872D6D2030}" type="slidenum">
              <a:rPr lang="pt-BR" smtClean="0"/>
              <a:t>‹nº›</a:t>
            </a:fld>
            <a:endParaRPr lang="pt-BR"/>
          </a:p>
        </p:txBody>
      </p:sp>
    </p:spTree>
    <p:extLst>
      <p:ext uri="{BB962C8B-B14F-4D97-AF65-F5344CB8AC3E}">
        <p14:creationId xmlns:p14="http://schemas.microsoft.com/office/powerpoint/2010/main" val="1266258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CAA172-F370-7C61-B95D-37891D18AD1A}"/>
              </a:ext>
            </a:extLst>
          </p:cNvPr>
          <p:cNvSpPr>
            <a:spLocks noGrp="1"/>
          </p:cNvSpPr>
          <p:nvPr>
            <p:ph type="title"/>
          </p:nvPr>
        </p:nvSpPr>
        <p:spPr>
          <a:xfrm>
            <a:off x="839788" y="365125"/>
            <a:ext cx="10515600" cy="1325563"/>
          </a:xfrm>
        </p:spPr>
        <p:txBody>
          <a:bodyPr/>
          <a:lstStyle/>
          <a:p>
            <a:r>
              <a:rPr lang="en-US"/>
              <a:t>Click to edit Master title style</a:t>
            </a:r>
            <a:endParaRPr lang="pt-BR"/>
          </a:p>
        </p:txBody>
      </p:sp>
      <p:sp>
        <p:nvSpPr>
          <p:cNvPr id="3" name="Text Placeholder 2">
            <a:extLst>
              <a:ext uri="{FF2B5EF4-FFF2-40B4-BE49-F238E27FC236}">
                <a16:creationId xmlns:a16="http://schemas.microsoft.com/office/drawing/2014/main" xmlns="" id="{8DE4F391-B869-FEA5-52DE-0F2AD14E52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C9E4AC7-9229-C149-2E6C-B415DD5A77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Text Placeholder 4">
            <a:extLst>
              <a:ext uri="{FF2B5EF4-FFF2-40B4-BE49-F238E27FC236}">
                <a16:creationId xmlns:a16="http://schemas.microsoft.com/office/drawing/2014/main" xmlns="" id="{94A671DC-29E1-F78F-B8DF-6C6376FBB9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D031A9ED-A2AD-3720-661C-BB0873763D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7" name="Date Placeholder 6">
            <a:extLst>
              <a:ext uri="{FF2B5EF4-FFF2-40B4-BE49-F238E27FC236}">
                <a16:creationId xmlns:a16="http://schemas.microsoft.com/office/drawing/2014/main" xmlns="" id="{78B10CA0-03A5-DC21-1491-CFC707E86ADB}"/>
              </a:ext>
            </a:extLst>
          </p:cNvPr>
          <p:cNvSpPr>
            <a:spLocks noGrp="1"/>
          </p:cNvSpPr>
          <p:nvPr>
            <p:ph type="dt" sz="half" idx="10"/>
          </p:nvPr>
        </p:nvSpPr>
        <p:spPr/>
        <p:txBody>
          <a:bodyPr/>
          <a:lstStyle/>
          <a:p>
            <a:fld id="{79FF6BB4-DF49-4A43-A315-50B42AE724FC}" type="datetimeFigureOut">
              <a:rPr lang="pt-BR" smtClean="0"/>
              <a:t>19/11/2025</a:t>
            </a:fld>
            <a:endParaRPr lang="pt-BR"/>
          </a:p>
        </p:txBody>
      </p:sp>
      <p:sp>
        <p:nvSpPr>
          <p:cNvPr id="8" name="Footer Placeholder 7">
            <a:extLst>
              <a:ext uri="{FF2B5EF4-FFF2-40B4-BE49-F238E27FC236}">
                <a16:creationId xmlns:a16="http://schemas.microsoft.com/office/drawing/2014/main" xmlns="" id="{5DBBAD97-1FC3-DC90-DB10-1B74BBB2DBC1}"/>
              </a:ext>
            </a:extLst>
          </p:cNvPr>
          <p:cNvSpPr>
            <a:spLocks noGrp="1"/>
          </p:cNvSpPr>
          <p:nvPr>
            <p:ph type="ftr" sz="quarter" idx="11"/>
          </p:nvPr>
        </p:nvSpPr>
        <p:spPr/>
        <p:txBody>
          <a:bodyPr/>
          <a:lstStyle/>
          <a:p>
            <a:endParaRPr lang="pt-BR"/>
          </a:p>
        </p:txBody>
      </p:sp>
      <p:sp>
        <p:nvSpPr>
          <p:cNvPr id="9" name="Slide Number Placeholder 8">
            <a:extLst>
              <a:ext uri="{FF2B5EF4-FFF2-40B4-BE49-F238E27FC236}">
                <a16:creationId xmlns:a16="http://schemas.microsoft.com/office/drawing/2014/main" xmlns="" id="{FF41EB33-B31F-4847-A771-34AB15E06A1E}"/>
              </a:ext>
            </a:extLst>
          </p:cNvPr>
          <p:cNvSpPr>
            <a:spLocks noGrp="1"/>
          </p:cNvSpPr>
          <p:nvPr>
            <p:ph type="sldNum" sz="quarter" idx="12"/>
          </p:nvPr>
        </p:nvSpPr>
        <p:spPr/>
        <p:txBody>
          <a:bodyPr/>
          <a:lstStyle/>
          <a:p>
            <a:fld id="{CEDEDEC7-8F4C-412D-A45D-4F872D6D2030}" type="slidenum">
              <a:rPr lang="pt-BR" smtClean="0"/>
              <a:t>‹nº›</a:t>
            </a:fld>
            <a:endParaRPr lang="pt-BR"/>
          </a:p>
        </p:txBody>
      </p:sp>
    </p:spTree>
    <p:extLst>
      <p:ext uri="{BB962C8B-B14F-4D97-AF65-F5344CB8AC3E}">
        <p14:creationId xmlns:p14="http://schemas.microsoft.com/office/powerpoint/2010/main" val="2981650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F9753-6DFF-6E74-C855-14FD4C4064CC}"/>
              </a:ext>
            </a:extLst>
          </p:cNvPr>
          <p:cNvSpPr>
            <a:spLocks noGrp="1"/>
          </p:cNvSpPr>
          <p:nvPr>
            <p:ph type="title"/>
          </p:nvPr>
        </p:nvSpPr>
        <p:spPr/>
        <p:txBody>
          <a:bodyPr/>
          <a:lstStyle/>
          <a:p>
            <a:r>
              <a:rPr lang="en-US"/>
              <a:t>Click to edit Master title style</a:t>
            </a:r>
            <a:endParaRPr lang="pt-BR"/>
          </a:p>
        </p:txBody>
      </p:sp>
      <p:sp>
        <p:nvSpPr>
          <p:cNvPr id="3" name="Date Placeholder 2">
            <a:extLst>
              <a:ext uri="{FF2B5EF4-FFF2-40B4-BE49-F238E27FC236}">
                <a16:creationId xmlns:a16="http://schemas.microsoft.com/office/drawing/2014/main" xmlns="" id="{AA8D2D45-B11E-286B-1B81-BD0A91EC31AA}"/>
              </a:ext>
            </a:extLst>
          </p:cNvPr>
          <p:cNvSpPr>
            <a:spLocks noGrp="1"/>
          </p:cNvSpPr>
          <p:nvPr>
            <p:ph type="dt" sz="half" idx="10"/>
          </p:nvPr>
        </p:nvSpPr>
        <p:spPr/>
        <p:txBody>
          <a:bodyPr/>
          <a:lstStyle/>
          <a:p>
            <a:fld id="{79FF6BB4-DF49-4A43-A315-50B42AE724FC}" type="datetimeFigureOut">
              <a:rPr lang="pt-BR" smtClean="0"/>
              <a:t>19/11/2025</a:t>
            </a:fld>
            <a:endParaRPr lang="pt-BR"/>
          </a:p>
        </p:txBody>
      </p:sp>
      <p:sp>
        <p:nvSpPr>
          <p:cNvPr id="4" name="Footer Placeholder 3">
            <a:extLst>
              <a:ext uri="{FF2B5EF4-FFF2-40B4-BE49-F238E27FC236}">
                <a16:creationId xmlns:a16="http://schemas.microsoft.com/office/drawing/2014/main" xmlns="" id="{3C3D4A97-4220-6672-7DCB-00378837EA6E}"/>
              </a:ext>
            </a:extLst>
          </p:cNvPr>
          <p:cNvSpPr>
            <a:spLocks noGrp="1"/>
          </p:cNvSpPr>
          <p:nvPr>
            <p:ph type="ftr" sz="quarter" idx="11"/>
          </p:nvPr>
        </p:nvSpPr>
        <p:spPr/>
        <p:txBody>
          <a:bodyPr/>
          <a:lstStyle/>
          <a:p>
            <a:endParaRPr lang="pt-BR"/>
          </a:p>
        </p:txBody>
      </p:sp>
      <p:sp>
        <p:nvSpPr>
          <p:cNvPr id="5" name="Slide Number Placeholder 4">
            <a:extLst>
              <a:ext uri="{FF2B5EF4-FFF2-40B4-BE49-F238E27FC236}">
                <a16:creationId xmlns:a16="http://schemas.microsoft.com/office/drawing/2014/main" xmlns="" id="{B5FEF022-F3EB-FF30-8258-4FEA2207B2F7}"/>
              </a:ext>
            </a:extLst>
          </p:cNvPr>
          <p:cNvSpPr>
            <a:spLocks noGrp="1"/>
          </p:cNvSpPr>
          <p:nvPr>
            <p:ph type="sldNum" sz="quarter" idx="12"/>
          </p:nvPr>
        </p:nvSpPr>
        <p:spPr/>
        <p:txBody>
          <a:bodyPr/>
          <a:lstStyle/>
          <a:p>
            <a:fld id="{CEDEDEC7-8F4C-412D-A45D-4F872D6D2030}" type="slidenum">
              <a:rPr lang="pt-BR" smtClean="0"/>
              <a:t>‹nº›</a:t>
            </a:fld>
            <a:endParaRPr lang="pt-BR"/>
          </a:p>
        </p:txBody>
      </p:sp>
    </p:spTree>
    <p:extLst>
      <p:ext uri="{BB962C8B-B14F-4D97-AF65-F5344CB8AC3E}">
        <p14:creationId xmlns:p14="http://schemas.microsoft.com/office/powerpoint/2010/main" val="206680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15F1686-30B2-3833-4AC3-B659FDF75505}"/>
              </a:ext>
            </a:extLst>
          </p:cNvPr>
          <p:cNvSpPr>
            <a:spLocks noGrp="1"/>
          </p:cNvSpPr>
          <p:nvPr>
            <p:ph type="dt" sz="half" idx="10"/>
          </p:nvPr>
        </p:nvSpPr>
        <p:spPr/>
        <p:txBody>
          <a:bodyPr/>
          <a:lstStyle/>
          <a:p>
            <a:fld id="{79FF6BB4-DF49-4A43-A315-50B42AE724FC}" type="datetimeFigureOut">
              <a:rPr lang="pt-BR" smtClean="0"/>
              <a:t>19/11/2025</a:t>
            </a:fld>
            <a:endParaRPr lang="pt-BR"/>
          </a:p>
        </p:txBody>
      </p:sp>
      <p:sp>
        <p:nvSpPr>
          <p:cNvPr id="3" name="Footer Placeholder 2">
            <a:extLst>
              <a:ext uri="{FF2B5EF4-FFF2-40B4-BE49-F238E27FC236}">
                <a16:creationId xmlns:a16="http://schemas.microsoft.com/office/drawing/2014/main" xmlns="" id="{A2C0B2C4-1CA3-3A63-5B29-7283E04ECD1F}"/>
              </a:ext>
            </a:extLst>
          </p:cNvPr>
          <p:cNvSpPr>
            <a:spLocks noGrp="1"/>
          </p:cNvSpPr>
          <p:nvPr>
            <p:ph type="ftr" sz="quarter" idx="11"/>
          </p:nvPr>
        </p:nvSpPr>
        <p:spPr/>
        <p:txBody>
          <a:bodyPr/>
          <a:lstStyle/>
          <a:p>
            <a:endParaRPr lang="pt-BR"/>
          </a:p>
        </p:txBody>
      </p:sp>
      <p:sp>
        <p:nvSpPr>
          <p:cNvPr id="4" name="Slide Number Placeholder 3">
            <a:extLst>
              <a:ext uri="{FF2B5EF4-FFF2-40B4-BE49-F238E27FC236}">
                <a16:creationId xmlns:a16="http://schemas.microsoft.com/office/drawing/2014/main" xmlns="" id="{CE44D1D6-8727-7C8C-F58C-73A266229664}"/>
              </a:ext>
            </a:extLst>
          </p:cNvPr>
          <p:cNvSpPr>
            <a:spLocks noGrp="1"/>
          </p:cNvSpPr>
          <p:nvPr>
            <p:ph type="sldNum" sz="quarter" idx="12"/>
          </p:nvPr>
        </p:nvSpPr>
        <p:spPr/>
        <p:txBody>
          <a:bodyPr/>
          <a:lstStyle/>
          <a:p>
            <a:fld id="{CEDEDEC7-8F4C-412D-A45D-4F872D6D2030}" type="slidenum">
              <a:rPr lang="pt-BR" smtClean="0"/>
              <a:t>‹nº›</a:t>
            </a:fld>
            <a:endParaRPr lang="pt-BR"/>
          </a:p>
        </p:txBody>
      </p:sp>
    </p:spTree>
    <p:extLst>
      <p:ext uri="{BB962C8B-B14F-4D97-AF65-F5344CB8AC3E}">
        <p14:creationId xmlns:p14="http://schemas.microsoft.com/office/powerpoint/2010/main" val="443897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48EE8C-EE7B-4C53-B115-DECA769ABB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Content Placeholder 2">
            <a:extLst>
              <a:ext uri="{FF2B5EF4-FFF2-40B4-BE49-F238E27FC236}">
                <a16:creationId xmlns:a16="http://schemas.microsoft.com/office/drawing/2014/main" xmlns="" id="{5EA3B7AC-6632-C636-BC75-D97D210280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Text Placeholder 3">
            <a:extLst>
              <a:ext uri="{FF2B5EF4-FFF2-40B4-BE49-F238E27FC236}">
                <a16:creationId xmlns:a16="http://schemas.microsoft.com/office/drawing/2014/main" xmlns="" id="{D9EC30E2-A68C-36DD-E941-BC5948769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B6A8CEC-5257-1BAE-F313-4C183273F711}"/>
              </a:ext>
            </a:extLst>
          </p:cNvPr>
          <p:cNvSpPr>
            <a:spLocks noGrp="1"/>
          </p:cNvSpPr>
          <p:nvPr>
            <p:ph type="dt" sz="half" idx="10"/>
          </p:nvPr>
        </p:nvSpPr>
        <p:spPr/>
        <p:txBody>
          <a:bodyPr/>
          <a:lstStyle/>
          <a:p>
            <a:fld id="{79FF6BB4-DF49-4A43-A315-50B42AE724FC}" type="datetimeFigureOut">
              <a:rPr lang="pt-BR" smtClean="0"/>
              <a:t>19/11/2025</a:t>
            </a:fld>
            <a:endParaRPr lang="pt-BR"/>
          </a:p>
        </p:txBody>
      </p:sp>
      <p:sp>
        <p:nvSpPr>
          <p:cNvPr id="6" name="Footer Placeholder 5">
            <a:extLst>
              <a:ext uri="{FF2B5EF4-FFF2-40B4-BE49-F238E27FC236}">
                <a16:creationId xmlns:a16="http://schemas.microsoft.com/office/drawing/2014/main" xmlns="" id="{9517FC48-9148-ED7F-267A-AC134DF859E0}"/>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xmlns="" id="{DB2B55A4-398A-D9D7-2838-C57FE1111A79}"/>
              </a:ext>
            </a:extLst>
          </p:cNvPr>
          <p:cNvSpPr>
            <a:spLocks noGrp="1"/>
          </p:cNvSpPr>
          <p:nvPr>
            <p:ph type="sldNum" sz="quarter" idx="12"/>
          </p:nvPr>
        </p:nvSpPr>
        <p:spPr/>
        <p:txBody>
          <a:bodyPr/>
          <a:lstStyle/>
          <a:p>
            <a:fld id="{CEDEDEC7-8F4C-412D-A45D-4F872D6D2030}" type="slidenum">
              <a:rPr lang="pt-BR" smtClean="0"/>
              <a:t>‹nº›</a:t>
            </a:fld>
            <a:endParaRPr lang="pt-BR"/>
          </a:p>
        </p:txBody>
      </p:sp>
    </p:spTree>
    <p:extLst>
      <p:ext uri="{BB962C8B-B14F-4D97-AF65-F5344CB8AC3E}">
        <p14:creationId xmlns:p14="http://schemas.microsoft.com/office/powerpoint/2010/main" val="3810288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2697BF-2B66-C621-9FE8-36B7717CA1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Picture Placeholder 2">
            <a:extLst>
              <a:ext uri="{FF2B5EF4-FFF2-40B4-BE49-F238E27FC236}">
                <a16:creationId xmlns:a16="http://schemas.microsoft.com/office/drawing/2014/main" xmlns="" id="{D793673D-53B0-AF4F-68CD-66B605D719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Text Placeholder 3">
            <a:extLst>
              <a:ext uri="{FF2B5EF4-FFF2-40B4-BE49-F238E27FC236}">
                <a16:creationId xmlns:a16="http://schemas.microsoft.com/office/drawing/2014/main" xmlns="" id="{2A3EE7B4-F439-F453-A565-CCA73839E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DBA2350-C2F7-D2C3-C8AA-7C0EE80C293B}"/>
              </a:ext>
            </a:extLst>
          </p:cNvPr>
          <p:cNvSpPr>
            <a:spLocks noGrp="1"/>
          </p:cNvSpPr>
          <p:nvPr>
            <p:ph type="dt" sz="half" idx="10"/>
          </p:nvPr>
        </p:nvSpPr>
        <p:spPr/>
        <p:txBody>
          <a:bodyPr/>
          <a:lstStyle/>
          <a:p>
            <a:fld id="{79FF6BB4-DF49-4A43-A315-50B42AE724FC}" type="datetimeFigureOut">
              <a:rPr lang="pt-BR" smtClean="0"/>
              <a:t>19/11/2025</a:t>
            </a:fld>
            <a:endParaRPr lang="pt-BR"/>
          </a:p>
        </p:txBody>
      </p:sp>
      <p:sp>
        <p:nvSpPr>
          <p:cNvPr id="6" name="Footer Placeholder 5">
            <a:extLst>
              <a:ext uri="{FF2B5EF4-FFF2-40B4-BE49-F238E27FC236}">
                <a16:creationId xmlns:a16="http://schemas.microsoft.com/office/drawing/2014/main" xmlns="" id="{26AAB53D-4349-E758-C285-A64649882DA2}"/>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xmlns="" id="{C7810EEC-0904-FE16-9C90-63FDD7608753}"/>
              </a:ext>
            </a:extLst>
          </p:cNvPr>
          <p:cNvSpPr>
            <a:spLocks noGrp="1"/>
          </p:cNvSpPr>
          <p:nvPr>
            <p:ph type="sldNum" sz="quarter" idx="12"/>
          </p:nvPr>
        </p:nvSpPr>
        <p:spPr/>
        <p:txBody>
          <a:bodyPr/>
          <a:lstStyle/>
          <a:p>
            <a:fld id="{CEDEDEC7-8F4C-412D-A45D-4F872D6D2030}" type="slidenum">
              <a:rPr lang="pt-BR" smtClean="0"/>
              <a:t>‹nº›</a:t>
            </a:fld>
            <a:endParaRPr lang="pt-BR"/>
          </a:p>
        </p:txBody>
      </p:sp>
    </p:spTree>
    <p:extLst>
      <p:ext uri="{BB962C8B-B14F-4D97-AF65-F5344CB8AC3E}">
        <p14:creationId xmlns:p14="http://schemas.microsoft.com/office/powerpoint/2010/main" val="1604740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62C241-4DC2-5053-9A41-E7C041B5D455}"/>
              </a:ext>
            </a:extLst>
          </p:cNvPr>
          <p:cNvSpPr>
            <a:spLocks noGrp="1"/>
          </p:cNvSpPr>
          <p:nvPr>
            <p:ph type="title"/>
          </p:nvPr>
        </p:nvSpPr>
        <p:spPr/>
        <p:txBody>
          <a:bodyPr/>
          <a:lstStyle/>
          <a:p>
            <a:r>
              <a:rPr lang="en-US"/>
              <a:t>Click to edit Master title style</a:t>
            </a:r>
            <a:endParaRPr lang="pt-BR"/>
          </a:p>
        </p:txBody>
      </p:sp>
      <p:sp>
        <p:nvSpPr>
          <p:cNvPr id="3" name="Vertical Text Placeholder 2">
            <a:extLst>
              <a:ext uri="{FF2B5EF4-FFF2-40B4-BE49-F238E27FC236}">
                <a16:creationId xmlns:a16="http://schemas.microsoft.com/office/drawing/2014/main" xmlns="" id="{016BB339-C333-2186-C5B2-FA2CCC040F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xmlns="" id="{C90BE87C-6835-B5C9-9496-B91EE476D6D9}"/>
              </a:ext>
            </a:extLst>
          </p:cNvPr>
          <p:cNvSpPr>
            <a:spLocks noGrp="1"/>
          </p:cNvSpPr>
          <p:nvPr>
            <p:ph type="dt" sz="half" idx="10"/>
          </p:nvPr>
        </p:nvSpPr>
        <p:spPr/>
        <p:txBody>
          <a:bodyPr/>
          <a:lstStyle/>
          <a:p>
            <a:fld id="{79FF6BB4-DF49-4A43-A315-50B42AE724FC}" type="datetimeFigureOut">
              <a:rPr lang="pt-BR" smtClean="0"/>
              <a:t>19/11/2025</a:t>
            </a:fld>
            <a:endParaRPr lang="pt-BR"/>
          </a:p>
        </p:txBody>
      </p:sp>
      <p:sp>
        <p:nvSpPr>
          <p:cNvPr id="5" name="Footer Placeholder 4">
            <a:extLst>
              <a:ext uri="{FF2B5EF4-FFF2-40B4-BE49-F238E27FC236}">
                <a16:creationId xmlns:a16="http://schemas.microsoft.com/office/drawing/2014/main" xmlns="" id="{88B0670E-AF6C-1AB7-BE3E-FE22ADE5B6C0}"/>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xmlns="" id="{7E9875AF-1E38-AE53-96FA-262F5707F9D7}"/>
              </a:ext>
            </a:extLst>
          </p:cNvPr>
          <p:cNvSpPr>
            <a:spLocks noGrp="1"/>
          </p:cNvSpPr>
          <p:nvPr>
            <p:ph type="sldNum" sz="quarter" idx="12"/>
          </p:nvPr>
        </p:nvSpPr>
        <p:spPr/>
        <p:txBody>
          <a:bodyPr/>
          <a:lstStyle/>
          <a:p>
            <a:fld id="{CEDEDEC7-8F4C-412D-A45D-4F872D6D2030}" type="slidenum">
              <a:rPr lang="pt-BR" smtClean="0"/>
              <a:t>‹nº›</a:t>
            </a:fld>
            <a:endParaRPr lang="pt-BR"/>
          </a:p>
        </p:txBody>
      </p:sp>
    </p:spTree>
    <p:extLst>
      <p:ext uri="{BB962C8B-B14F-4D97-AF65-F5344CB8AC3E}">
        <p14:creationId xmlns:p14="http://schemas.microsoft.com/office/powerpoint/2010/main" val="370386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9C695D5-310D-C80E-9D17-13888DAE11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pt-BR"/>
          </a:p>
        </p:txBody>
      </p:sp>
      <p:sp>
        <p:nvSpPr>
          <p:cNvPr id="3" name="Vertical Text Placeholder 2">
            <a:extLst>
              <a:ext uri="{FF2B5EF4-FFF2-40B4-BE49-F238E27FC236}">
                <a16:creationId xmlns:a16="http://schemas.microsoft.com/office/drawing/2014/main" xmlns="" id="{05D9A9DD-E224-C90A-2C23-243CAA32A5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xmlns="" id="{E9ACA25C-ACF3-0645-33FD-9974F95A8145}"/>
              </a:ext>
            </a:extLst>
          </p:cNvPr>
          <p:cNvSpPr>
            <a:spLocks noGrp="1"/>
          </p:cNvSpPr>
          <p:nvPr>
            <p:ph type="dt" sz="half" idx="10"/>
          </p:nvPr>
        </p:nvSpPr>
        <p:spPr/>
        <p:txBody>
          <a:bodyPr/>
          <a:lstStyle/>
          <a:p>
            <a:fld id="{79FF6BB4-DF49-4A43-A315-50B42AE724FC}" type="datetimeFigureOut">
              <a:rPr lang="pt-BR" smtClean="0"/>
              <a:t>19/11/2025</a:t>
            </a:fld>
            <a:endParaRPr lang="pt-BR"/>
          </a:p>
        </p:txBody>
      </p:sp>
      <p:sp>
        <p:nvSpPr>
          <p:cNvPr id="5" name="Footer Placeholder 4">
            <a:extLst>
              <a:ext uri="{FF2B5EF4-FFF2-40B4-BE49-F238E27FC236}">
                <a16:creationId xmlns:a16="http://schemas.microsoft.com/office/drawing/2014/main" xmlns="" id="{621BAE18-F427-DD65-C7CB-CB0276587F3C}"/>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xmlns="" id="{2EEBFCEA-67EF-A7F8-46D7-867E5A28B0F6}"/>
              </a:ext>
            </a:extLst>
          </p:cNvPr>
          <p:cNvSpPr>
            <a:spLocks noGrp="1"/>
          </p:cNvSpPr>
          <p:nvPr>
            <p:ph type="sldNum" sz="quarter" idx="12"/>
          </p:nvPr>
        </p:nvSpPr>
        <p:spPr/>
        <p:txBody>
          <a:bodyPr/>
          <a:lstStyle/>
          <a:p>
            <a:fld id="{CEDEDEC7-8F4C-412D-A45D-4F872D6D2030}" type="slidenum">
              <a:rPr lang="pt-BR" smtClean="0"/>
              <a:t>‹nº›</a:t>
            </a:fld>
            <a:endParaRPr lang="pt-BR"/>
          </a:p>
        </p:txBody>
      </p:sp>
    </p:spTree>
    <p:extLst>
      <p:ext uri="{BB962C8B-B14F-4D97-AF65-F5344CB8AC3E}">
        <p14:creationId xmlns:p14="http://schemas.microsoft.com/office/powerpoint/2010/main" val="4211574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33545EA-226B-69F5-851E-4E13D393A6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BR"/>
          </a:p>
        </p:txBody>
      </p:sp>
      <p:sp>
        <p:nvSpPr>
          <p:cNvPr id="3" name="Text Placeholder 2">
            <a:extLst>
              <a:ext uri="{FF2B5EF4-FFF2-40B4-BE49-F238E27FC236}">
                <a16:creationId xmlns:a16="http://schemas.microsoft.com/office/drawing/2014/main" xmlns="" id="{2B715688-45DD-739B-9E04-3E431F4263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xmlns="" id="{029C47E4-F35F-557E-0A4F-82926310B4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FF6BB4-DF49-4A43-A315-50B42AE724FC}" type="datetimeFigureOut">
              <a:rPr lang="pt-BR" smtClean="0"/>
              <a:t>19/11/2025</a:t>
            </a:fld>
            <a:endParaRPr lang="pt-BR"/>
          </a:p>
        </p:txBody>
      </p:sp>
      <p:sp>
        <p:nvSpPr>
          <p:cNvPr id="5" name="Footer Placeholder 4">
            <a:extLst>
              <a:ext uri="{FF2B5EF4-FFF2-40B4-BE49-F238E27FC236}">
                <a16:creationId xmlns:a16="http://schemas.microsoft.com/office/drawing/2014/main" xmlns="" id="{5A729550-9DB8-C11C-62C9-FBC0739B5D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Slide Number Placeholder 5">
            <a:extLst>
              <a:ext uri="{FF2B5EF4-FFF2-40B4-BE49-F238E27FC236}">
                <a16:creationId xmlns:a16="http://schemas.microsoft.com/office/drawing/2014/main" xmlns="" id="{3040C8A6-D5AF-5E8B-9D77-FD55CFA09C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DEDEC7-8F4C-412D-A45D-4F872D6D2030}" type="slidenum">
              <a:rPr lang="pt-BR" smtClean="0"/>
              <a:t>‹nº›</a:t>
            </a:fld>
            <a:endParaRPr lang="pt-BR"/>
          </a:p>
        </p:txBody>
      </p:sp>
    </p:spTree>
    <p:extLst>
      <p:ext uri="{BB962C8B-B14F-4D97-AF65-F5344CB8AC3E}">
        <p14:creationId xmlns:p14="http://schemas.microsoft.com/office/powerpoint/2010/main" val="2808730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4E96931A-2190-E0C7-8666-B1722C3B7E42}"/>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2404533"/>
            <a:ext cx="9262533" cy="9262533"/>
          </a:xfrm>
          <a:prstGeom prst="rect">
            <a:avLst/>
          </a:prstGeom>
        </p:spPr>
      </p:pic>
      <p:sp>
        <p:nvSpPr>
          <p:cNvPr id="5" name="TextBox 5"/>
          <p:cNvSpPr txBox="1"/>
          <p:nvPr/>
        </p:nvSpPr>
        <p:spPr>
          <a:xfrm>
            <a:off x="1000430" y="2825657"/>
            <a:ext cx="10191141" cy="580993"/>
          </a:xfrm>
          <a:prstGeom prst="rect">
            <a:avLst/>
          </a:prstGeom>
        </p:spPr>
        <p:txBody>
          <a:bodyPr lIns="0" tIns="0" rIns="0" bIns="0" rtlCol="0" anchor="t">
            <a:spAutoFit/>
          </a:bodyPr>
          <a:lstStyle/>
          <a:p>
            <a:pPr algn="ctr">
              <a:lnSpc>
                <a:spcPts val="4184"/>
              </a:lnSpc>
            </a:pPr>
            <a:r>
              <a:rPr lang="pt-BR" sz="5230" b="1" spc="-219" dirty="0">
                <a:solidFill>
                  <a:schemeClr val="tx2">
                    <a:lumMod val="75000"/>
                  </a:schemeClr>
                </a:solidFill>
                <a:latin typeface="Hagrid Text Bold"/>
                <a:ea typeface="Hagrid Text Bold"/>
                <a:cs typeface="Hagrid Text Bold"/>
                <a:sym typeface="Hagrid Text Bold"/>
              </a:rPr>
              <a:t>Adaptando outras formas de PPL</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p:cNvSpPr txBox="1"/>
          <p:nvPr/>
        </p:nvSpPr>
        <p:spPr>
          <a:xfrm>
            <a:off x="2445748" y="5671755"/>
            <a:ext cx="7300505" cy="371897"/>
          </a:xfrm>
          <a:prstGeom prst="rect">
            <a:avLst/>
          </a:prstGeom>
        </p:spPr>
        <p:txBody>
          <a:bodyPr lIns="0" tIns="0" rIns="0" bIns="0" rtlCol="0" anchor="t">
            <a:spAutoFit/>
          </a:bodyPr>
          <a:lstStyle/>
          <a:p>
            <a:pPr algn="ctr">
              <a:lnSpc>
                <a:spcPts val="2876"/>
              </a:lnSpc>
            </a:pPr>
            <a:r>
              <a:rPr lang="en-US" sz="2876" dirty="0">
                <a:solidFill>
                  <a:srgbClr val="515254"/>
                </a:solidFill>
                <a:latin typeface="Hagrid Text"/>
                <a:ea typeface="Hagrid Text"/>
                <a:cs typeface="Hagrid Text"/>
                <a:sym typeface="Hagrid Text"/>
              </a:rPr>
              <a:t>Email: andreabonifacio@uniriotec.br</a:t>
            </a:r>
          </a:p>
        </p:txBody>
      </p:sp>
      <p:sp>
        <p:nvSpPr>
          <p:cNvPr id="7" name="TextBox 7"/>
          <p:cNvSpPr txBox="1"/>
          <p:nvPr/>
        </p:nvSpPr>
        <p:spPr>
          <a:xfrm>
            <a:off x="2445748" y="730251"/>
            <a:ext cx="7300505" cy="748218"/>
          </a:xfrm>
          <a:prstGeom prst="rect">
            <a:avLst/>
          </a:prstGeom>
        </p:spPr>
        <p:txBody>
          <a:bodyPr lIns="0" tIns="0" rIns="0" bIns="0" rtlCol="0" anchor="t">
            <a:spAutoFit/>
          </a:bodyPr>
          <a:lstStyle/>
          <a:p>
            <a:pPr algn="ctr">
              <a:lnSpc>
                <a:spcPts val="2876"/>
              </a:lnSpc>
            </a:pPr>
            <a:r>
              <a:rPr lang="en-US" sz="2876" dirty="0">
                <a:solidFill>
                  <a:srgbClr val="515254"/>
                </a:solidFill>
                <a:latin typeface="Hagrid Text"/>
                <a:ea typeface="Hagrid Text"/>
                <a:cs typeface="Hagrid Text"/>
                <a:sym typeface="Hagrid Text"/>
              </a:rPr>
              <a:t>Profª </a:t>
            </a:r>
            <a:r>
              <a:rPr lang="en-US" sz="2876" dirty="0" smtClean="0">
                <a:solidFill>
                  <a:srgbClr val="515254"/>
                </a:solidFill>
                <a:latin typeface="Hagrid Text"/>
                <a:ea typeface="Hagrid Text"/>
                <a:cs typeface="Hagrid Text"/>
                <a:sym typeface="Hagrid Text"/>
              </a:rPr>
              <a:t>Dra. Andréa </a:t>
            </a:r>
            <a:r>
              <a:rPr lang="en-US" sz="2876" dirty="0">
                <a:solidFill>
                  <a:srgbClr val="515254"/>
                </a:solidFill>
                <a:latin typeface="Hagrid Text"/>
                <a:ea typeface="Hagrid Text"/>
                <a:cs typeface="Hagrid Text"/>
                <a:sym typeface="Hagrid Text"/>
              </a:rPr>
              <a:t>Bonifácio</a:t>
            </a:r>
          </a:p>
          <a:p>
            <a:pPr algn="ctr">
              <a:lnSpc>
                <a:spcPts val="2876"/>
              </a:lnSpc>
            </a:pPr>
            <a:r>
              <a:rPr lang="en-US" sz="2876" dirty="0" err="1">
                <a:solidFill>
                  <a:srgbClr val="515254"/>
                </a:solidFill>
                <a:latin typeface="Hagrid Text"/>
                <a:ea typeface="Hagrid Text"/>
                <a:cs typeface="Hagrid Text"/>
                <a:sym typeface="Hagrid Text"/>
              </a:rPr>
              <a:t>Disciplina</a:t>
            </a:r>
            <a:r>
              <a:rPr lang="en-US" sz="2876" dirty="0">
                <a:solidFill>
                  <a:srgbClr val="515254"/>
                </a:solidFill>
                <a:latin typeface="Hagrid Text"/>
                <a:ea typeface="Hagrid Text"/>
                <a:cs typeface="Hagrid Text"/>
                <a:sym typeface="Hagrid Text"/>
              </a:rPr>
              <a:t>: PO I</a:t>
            </a:r>
          </a:p>
        </p:txBody>
      </p:sp>
      <p:sp>
        <p:nvSpPr>
          <p:cNvPr id="8" name="TextBox 8"/>
          <p:cNvSpPr txBox="1"/>
          <p:nvPr/>
        </p:nvSpPr>
        <p:spPr>
          <a:xfrm>
            <a:off x="4397994" y="6298718"/>
            <a:ext cx="3396012" cy="218008"/>
          </a:xfrm>
          <a:prstGeom prst="rect">
            <a:avLst/>
          </a:prstGeom>
        </p:spPr>
        <p:txBody>
          <a:bodyPr lIns="0" tIns="0" rIns="0" bIns="0" rtlCol="0" anchor="t">
            <a:spAutoFit/>
          </a:bodyPr>
          <a:lstStyle/>
          <a:p>
            <a:pPr algn="ctr">
              <a:lnSpc>
                <a:spcPts val="1666"/>
              </a:lnSpc>
            </a:pPr>
            <a:r>
              <a:rPr lang="en-US" sz="1666">
                <a:solidFill>
                  <a:srgbClr val="515254"/>
                </a:solidFill>
                <a:latin typeface="Hagrid Text"/>
                <a:ea typeface="Hagrid Text"/>
                <a:cs typeface="Hagrid Text"/>
                <a:sym typeface="Hagrid Text"/>
              </a:rPr>
              <a:t>UNIRIO</a:t>
            </a:r>
          </a:p>
        </p:txBody>
      </p:sp>
      <p:pic>
        <p:nvPicPr>
          <p:cNvPr id="12" name="Imagem 11" descr="Ícone&#10;&#10;O conteúdo gerado por IA pode estar incorreto.">
            <a:extLst>
              <a:ext uri="{FF2B5EF4-FFF2-40B4-BE49-F238E27FC236}">
                <a16:creationId xmlns:a16="http://schemas.microsoft.com/office/drawing/2014/main" xmlns="" id="{5F6F6DCF-AFAD-727E-A406-11A5630F93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2C38FC0-70CE-8DEE-6418-B74155ECA39D}"/>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C81D0A23-83F4-88EC-272D-0208AC03835F}"/>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065B48BF-ACFD-0ED2-63E9-41F0E8528360}"/>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O problema da SBV inicial</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65E6C220-6360-CBD2-1DA8-ECC999380D85}"/>
              </a:ext>
            </a:extLst>
          </p:cNvPr>
          <p:cNvSpPr txBox="1"/>
          <p:nvPr/>
        </p:nvSpPr>
        <p:spPr>
          <a:xfrm>
            <a:off x="754454" y="2015010"/>
            <a:ext cx="10683089" cy="2954655"/>
          </a:xfrm>
          <a:prstGeom prst="rect">
            <a:avLst/>
          </a:prstGeom>
        </p:spPr>
        <p:txBody>
          <a:bodyPr wrap="square" lIns="0" tIns="0" rIns="0" bIns="0" rtlCol="0" anchor="t">
            <a:spAutoFit/>
          </a:bodyPr>
          <a:lstStyle/>
          <a:p>
            <a:pPr marL="457200" indent="-457200" algn="just">
              <a:buFont typeface="Arial" panose="020B0604020202020204" pitchFamily="34" charset="0"/>
              <a:buChar char="•"/>
            </a:pPr>
            <a:r>
              <a:rPr lang="pt-BR" sz="3200" dirty="0" err="1">
                <a:latin typeface="Hagrid Text"/>
                <a:ea typeface="Hagrid Text"/>
                <a:cs typeface="Hagrid Text"/>
                <a:sym typeface="Hagrid Text"/>
              </a:rPr>
              <a:t>PPLs</a:t>
            </a:r>
            <a:r>
              <a:rPr lang="pt-BR" sz="3200" dirty="0">
                <a:latin typeface="Hagrid Text"/>
                <a:ea typeface="Hagrid Text"/>
                <a:cs typeface="Hagrid Text"/>
                <a:sym typeface="Hagrid Text"/>
              </a:rPr>
              <a:t> nos quais todas as restrições são (</a:t>
            </a:r>
            <a:r>
              <a:rPr lang="pt-BR" sz="3200" dirty="0">
                <a:latin typeface="Calibri" panose="020F0502020204030204" pitchFamily="34" charset="0"/>
                <a:ea typeface="Hagrid Text"/>
                <a:cs typeface="Calibri" panose="020F0502020204030204" pitchFamily="34" charset="0"/>
                <a:sym typeface="Hagrid Text"/>
              </a:rPr>
              <a:t>≤</a:t>
            </a:r>
            <a:r>
              <a:rPr lang="pt-BR" sz="3200" dirty="0">
                <a:latin typeface="Hagrid Text"/>
                <a:ea typeface="Hagrid Text"/>
                <a:cs typeface="Hagrid Text"/>
                <a:sym typeface="Hagrid Text"/>
              </a:rPr>
              <a:t>) com lados direitos não negativos oferecem uma SBV inicial na qual todas as variáveis são de folga.</a:t>
            </a:r>
          </a:p>
          <a:p>
            <a:pPr marL="457200" indent="-457200" algn="just">
              <a:buFont typeface="Arial" panose="020B0604020202020204" pitchFamily="34" charset="0"/>
              <a:buChar char="•"/>
            </a:pPr>
            <a:endParaRPr lang="pt-BR" sz="3200" dirty="0">
              <a:latin typeface="Hagrid Text"/>
              <a:ea typeface="Hagrid Text"/>
              <a:cs typeface="Hagrid Text"/>
              <a:sym typeface="Hagrid Text"/>
            </a:endParaRPr>
          </a:p>
          <a:p>
            <a:pPr marL="457200" indent="-457200" algn="just">
              <a:buFont typeface="Arial" panose="020B0604020202020204" pitchFamily="34" charset="0"/>
              <a:buChar char="•"/>
            </a:pPr>
            <a:r>
              <a:rPr lang="pt-BR" sz="3200" dirty="0">
                <a:latin typeface="Hagrid Text"/>
                <a:ea typeface="Hagrid Text"/>
                <a:cs typeface="Hagrid Text"/>
                <a:sym typeface="Hagrid Text"/>
              </a:rPr>
              <a:t>Isso não acontece com modelos que envolvem restrições (=) e/ou (</a:t>
            </a:r>
            <a:r>
              <a:rPr lang="pt-BR" sz="3200" dirty="0">
                <a:latin typeface="Calibri" panose="020F0502020204030204" pitchFamily="34" charset="0"/>
                <a:ea typeface="Hagrid Text"/>
                <a:cs typeface="Calibri" panose="020F0502020204030204" pitchFamily="34" charset="0"/>
                <a:sym typeface="Hagrid Text"/>
              </a:rPr>
              <a:t>≥</a:t>
            </a:r>
            <a:r>
              <a:rPr lang="pt-BR" sz="3200" dirty="0">
                <a:latin typeface="Hagrid Text"/>
                <a:ea typeface="Hagrid Text"/>
                <a:cs typeface="Hagrid Text"/>
                <a:sym typeface="Hagrid Text"/>
              </a:rPr>
              <a:t>).</a:t>
            </a:r>
          </a:p>
        </p:txBody>
      </p:sp>
      <p:pic>
        <p:nvPicPr>
          <p:cNvPr id="12" name="Imagem 11" descr="Ícone&#10;&#10;O conteúdo gerado por IA pode estar incorreto.">
            <a:extLst>
              <a:ext uri="{FF2B5EF4-FFF2-40B4-BE49-F238E27FC236}">
                <a16:creationId xmlns:a16="http://schemas.microsoft.com/office/drawing/2014/main" xmlns="" id="{BDEDD33D-95F8-DF6D-6773-A650D68312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p:spTree>
    <p:extLst>
      <p:ext uri="{BB962C8B-B14F-4D97-AF65-F5344CB8AC3E}">
        <p14:creationId xmlns:p14="http://schemas.microsoft.com/office/powerpoint/2010/main" val="1127859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B162E55-6F0D-9A20-0E05-B9E7E646A83C}"/>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81597430-2F84-8F25-1FF5-4159C7BDF871}"/>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4B075216-C345-4FB3-9698-02C9810281E3}"/>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O problema da SBV inicial</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FF6E22C4-3F07-0482-1222-38840905F00D}"/>
              </a:ext>
            </a:extLst>
          </p:cNvPr>
          <p:cNvSpPr txBox="1"/>
          <p:nvPr/>
        </p:nvSpPr>
        <p:spPr>
          <a:xfrm>
            <a:off x="754454" y="2015010"/>
            <a:ext cx="10683089" cy="3447098"/>
          </a:xfrm>
          <a:prstGeom prst="rect">
            <a:avLst/>
          </a:prstGeom>
        </p:spPr>
        <p:txBody>
          <a:bodyPr wrap="square" lIns="0" tIns="0" rIns="0" bIns="0" rtlCol="0" anchor="t">
            <a:spAutoFit/>
          </a:bodyPr>
          <a:lstStyle/>
          <a:p>
            <a:pPr algn="just"/>
            <a:r>
              <a:rPr lang="pt-BR" sz="3200" dirty="0">
                <a:latin typeface="Hagrid Text"/>
                <a:ea typeface="Hagrid Text"/>
                <a:cs typeface="Hagrid Text"/>
                <a:sym typeface="Hagrid Text"/>
              </a:rPr>
              <a:t>O procedimento para iniciar a resolução de </a:t>
            </a:r>
            <a:r>
              <a:rPr lang="pt-BR" sz="3200" dirty="0" err="1">
                <a:latin typeface="Hagrid Text"/>
                <a:ea typeface="Hagrid Text"/>
                <a:cs typeface="Hagrid Text"/>
                <a:sym typeface="Hagrid Text"/>
              </a:rPr>
              <a:t>PPLs</a:t>
            </a:r>
            <a:r>
              <a:rPr lang="pt-BR" sz="3200" dirty="0">
                <a:latin typeface="Hagrid Text"/>
                <a:ea typeface="Hagrid Text"/>
                <a:cs typeface="Hagrid Text"/>
                <a:sym typeface="Hagrid Text"/>
              </a:rPr>
              <a:t> com restrições (=) e/ou (</a:t>
            </a:r>
            <a:r>
              <a:rPr lang="pt-BR" sz="3200" dirty="0">
                <a:latin typeface="Calibri" panose="020F0502020204030204" pitchFamily="34" charset="0"/>
                <a:ea typeface="Hagrid Text"/>
                <a:cs typeface="Calibri" panose="020F0502020204030204" pitchFamily="34" charset="0"/>
                <a:sym typeface="Hagrid Text"/>
              </a:rPr>
              <a:t>≥</a:t>
            </a:r>
            <a:r>
              <a:rPr lang="pt-BR" sz="3200" dirty="0">
                <a:latin typeface="Hagrid Text"/>
                <a:ea typeface="Hagrid Text"/>
                <a:cs typeface="Hagrid Text"/>
                <a:sym typeface="Hagrid Text"/>
              </a:rPr>
              <a:t>) é usar </a:t>
            </a:r>
            <a:r>
              <a:rPr lang="pt-BR" sz="3200" b="1" dirty="0">
                <a:latin typeface="Hagrid Text"/>
                <a:ea typeface="Hagrid Text"/>
                <a:cs typeface="Hagrid Text"/>
                <a:sym typeface="Hagrid Text"/>
              </a:rPr>
              <a:t>variáveis artificiais (VA) </a:t>
            </a:r>
            <a:r>
              <a:rPr lang="pt-BR" sz="3200" dirty="0">
                <a:latin typeface="Hagrid Text"/>
                <a:ea typeface="Hagrid Text"/>
                <a:cs typeface="Hagrid Text"/>
                <a:sym typeface="Hagrid Text"/>
              </a:rPr>
              <a:t>que desempenham o papel de folgas na 1ª iteração e então descartá-las legitimamente em iterações posteriores.</a:t>
            </a:r>
          </a:p>
          <a:p>
            <a:pPr algn="just"/>
            <a:endParaRPr lang="pt-BR" sz="3200" dirty="0">
              <a:latin typeface="Hagrid Text"/>
              <a:ea typeface="Hagrid Text"/>
              <a:cs typeface="Hagrid Text"/>
              <a:sym typeface="Hagrid Text"/>
            </a:endParaRPr>
          </a:p>
          <a:p>
            <a:pPr algn="just"/>
            <a:r>
              <a:rPr lang="pt-BR" sz="3200" dirty="0">
                <a:latin typeface="Hagrid Text"/>
                <a:ea typeface="Hagrid Text"/>
                <a:cs typeface="Hagrid Text"/>
                <a:sym typeface="Hagrid Text"/>
              </a:rPr>
              <a:t>Há dois métodos para adaptar os </a:t>
            </a:r>
            <a:r>
              <a:rPr lang="pt-BR" sz="3200" dirty="0" err="1">
                <a:latin typeface="Hagrid Text"/>
                <a:ea typeface="Hagrid Text"/>
                <a:cs typeface="Hagrid Text"/>
                <a:sym typeface="Hagrid Text"/>
              </a:rPr>
              <a:t>PPLs</a:t>
            </a:r>
            <a:r>
              <a:rPr lang="pt-BR" sz="3200" dirty="0">
                <a:latin typeface="Hagrid Text"/>
                <a:ea typeface="Hagrid Text"/>
                <a:cs typeface="Hagrid Text"/>
                <a:sym typeface="Hagrid Text"/>
              </a:rPr>
              <a:t> fora do formato padrão: </a:t>
            </a:r>
            <a:r>
              <a:rPr lang="pt-BR" sz="3200" b="1" dirty="0">
                <a:latin typeface="Hagrid Text"/>
                <a:ea typeface="Hagrid Text"/>
                <a:cs typeface="Hagrid Text"/>
                <a:sym typeface="Hagrid Text"/>
              </a:rPr>
              <a:t>o método do Big-M</a:t>
            </a:r>
            <a:r>
              <a:rPr lang="pt-BR" sz="3200" dirty="0">
                <a:latin typeface="Hagrid Text"/>
                <a:ea typeface="Hagrid Text"/>
                <a:cs typeface="Hagrid Text"/>
                <a:sym typeface="Hagrid Text"/>
              </a:rPr>
              <a:t> e o </a:t>
            </a:r>
            <a:r>
              <a:rPr lang="pt-BR" sz="3200" b="1" dirty="0">
                <a:latin typeface="Hagrid Text"/>
                <a:ea typeface="Hagrid Text"/>
                <a:cs typeface="Hagrid Text"/>
                <a:sym typeface="Hagrid Text"/>
              </a:rPr>
              <a:t>método das duas fases</a:t>
            </a:r>
            <a:r>
              <a:rPr lang="pt-BR" sz="3200" dirty="0">
                <a:latin typeface="Hagrid Text"/>
                <a:ea typeface="Hagrid Text"/>
                <a:cs typeface="Hagrid Text"/>
                <a:sym typeface="Hagrid Text"/>
              </a:rPr>
              <a:t>.</a:t>
            </a:r>
          </a:p>
        </p:txBody>
      </p:sp>
      <p:pic>
        <p:nvPicPr>
          <p:cNvPr id="12" name="Imagem 11" descr="Ícone&#10;&#10;O conteúdo gerado por IA pode estar incorreto.">
            <a:extLst>
              <a:ext uri="{FF2B5EF4-FFF2-40B4-BE49-F238E27FC236}">
                <a16:creationId xmlns:a16="http://schemas.microsoft.com/office/drawing/2014/main" xmlns="" id="{2E00AF05-E454-3F4B-3B14-520777C9B4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p:spTree>
    <p:extLst>
      <p:ext uri="{BB962C8B-B14F-4D97-AF65-F5344CB8AC3E}">
        <p14:creationId xmlns:p14="http://schemas.microsoft.com/office/powerpoint/2010/main" val="1489193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C05466-A943-9A9C-6360-512E719B6A4C}"/>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06E32DC1-0FF5-F56C-781C-03CCCE59AD9C}"/>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BE30FEA0-BD92-6D62-74E2-53632CD5400F}"/>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Método do Big-M</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557A1E96-9C4C-6143-5601-71D2CC54CD79}"/>
              </a:ext>
            </a:extLst>
          </p:cNvPr>
          <p:cNvSpPr txBox="1"/>
          <p:nvPr/>
        </p:nvSpPr>
        <p:spPr>
          <a:xfrm>
            <a:off x="754454" y="2015010"/>
            <a:ext cx="10683089" cy="3447098"/>
          </a:xfrm>
          <a:prstGeom prst="rect">
            <a:avLst/>
          </a:prstGeom>
        </p:spPr>
        <p:txBody>
          <a:bodyPr wrap="square" lIns="0" tIns="0" rIns="0" bIns="0" rtlCol="0" anchor="t">
            <a:spAutoFit/>
          </a:bodyPr>
          <a:lstStyle/>
          <a:p>
            <a:pPr algn="just"/>
            <a:r>
              <a:rPr lang="pt-BR" sz="3200" dirty="0"/>
              <a:t>O método do Big-M começa com um PPL na forma de equações.</a:t>
            </a:r>
          </a:p>
          <a:p>
            <a:pPr algn="just"/>
            <a:endParaRPr lang="pt-BR" sz="3200" dirty="0"/>
          </a:p>
          <a:p>
            <a:pPr algn="just"/>
            <a:r>
              <a:rPr lang="pt-BR" sz="3200" dirty="0"/>
              <a:t>Se a equação i não tiver uma folga (ou uma variável que puder desempenhar o papel de uma folga), uma variável artificial é adicionada para formar uma solução inicial semelhante a SB na qual todas as variáveis são de folga. </a:t>
            </a:r>
          </a:p>
        </p:txBody>
      </p:sp>
      <p:pic>
        <p:nvPicPr>
          <p:cNvPr id="12" name="Imagem 11" descr="Ícone&#10;&#10;O conteúdo gerado por IA pode estar incorreto.">
            <a:extLst>
              <a:ext uri="{FF2B5EF4-FFF2-40B4-BE49-F238E27FC236}">
                <a16:creationId xmlns:a16="http://schemas.microsoft.com/office/drawing/2014/main" xmlns="" id="{2CA4B91E-4EA2-4892-704D-C70889632E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p:spTree>
    <p:extLst>
      <p:ext uri="{BB962C8B-B14F-4D97-AF65-F5344CB8AC3E}">
        <p14:creationId xmlns:p14="http://schemas.microsoft.com/office/powerpoint/2010/main" val="2097736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A6B1F9A-D94B-63AB-82FF-4234B7CC34E5}"/>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5D48B8FD-F644-C643-A197-41DA485EC023}"/>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E1B489BF-1947-CEE7-9053-3E3251EAE450}"/>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Método do Big-M</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DEA55B8C-A207-A9A7-A926-0F4EE2F4CAB0}"/>
              </a:ext>
            </a:extLst>
          </p:cNvPr>
          <p:cNvSpPr txBox="1"/>
          <p:nvPr/>
        </p:nvSpPr>
        <p:spPr>
          <a:xfrm>
            <a:off x="754454" y="1681280"/>
            <a:ext cx="10683089" cy="4924425"/>
          </a:xfrm>
          <a:prstGeom prst="rect">
            <a:avLst/>
          </a:prstGeom>
        </p:spPr>
        <p:txBody>
          <a:bodyPr wrap="square" lIns="0" tIns="0" rIns="0" bIns="0" rtlCol="0" anchor="t">
            <a:spAutoFit/>
          </a:bodyPr>
          <a:lstStyle/>
          <a:p>
            <a:pPr algn="just"/>
            <a:r>
              <a:rPr lang="pt-BR" sz="3200" dirty="0"/>
              <a:t>Como as variáveis artificiais não são parte do modelo original recebem punições muito altas na função objetivo, o que a certa altura as força a ter valor igual a zero na solução ótima.</a:t>
            </a:r>
          </a:p>
          <a:p>
            <a:pPr algn="just"/>
            <a:endParaRPr lang="pt-BR" sz="3200" dirty="0"/>
          </a:p>
          <a:p>
            <a:pPr algn="just"/>
            <a:r>
              <a:rPr lang="pt-BR" sz="3200" b="1" dirty="0"/>
              <a:t>Se o PPL original não tiver nenhuma solução viável, então tanto o método do Big M como o método das duas fases levam a uma solução final que tem pelo menos uma variável artificial maior que zero. Caso contrário, todas elas serão iguais a zero.</a:t>
            </a:r>
          </a:p>
        </p:txBody>
      </p:sp>
      <p:pic>
        <p:nvPicPr>
          <p:cNvPr id="12" name="Imagem 11" descr="Ícone&#10;&#10;O conteúdo gerado por IA pode estar incorreto.">
            <a:extLst>
              <a:ext uri="{FF2B5EF4-FFF2-40B4-BE49-F238E27FC236}">
                <a16:creationId xmlns:a16="http://schemas.microsoft.com/office/drawing/2014/main" xmlns="" id="{2567AE7B-602B-11CB-D0B1-C6B0F65CBA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p:spTree>
    <p:extLst>
      <p:ext uri="{BB962C8B-B14F-4D97-AF65-F5344CB8AC3E}">
        <p14:creationId xmlns:p14="http://schemas.microsoft.com/office/powerpoint/2010/main" val="4111582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AB0303B-9EA9-9F97-0E8D-2C05343F855E}"/>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9B6F061F-8FAB-08CC-32AA-E4B04BDFA700}"/>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82C2CB9B-E2F1-A919-4486-1C0AF323C841}"/>
              </a:ext>
            </a:extLst>
          </p:cNvPr>
          <p:cNvSpPr txBox="1"/>
          <p:nvPr/>
        </p:nvSpPr>
        <p:spPr>
          <a:xfrm>
            <a:off x="1000429" y="847992"/>
            <a:ext cx="10191141" cy="1119602"/>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Método do Big-M: Regra de penalização das VA</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FF88C779-33F1-7D3D-6B18-6A1C5B725B2E}"/>
              </a:ext>
            </a:extLst>
          </p:cNvPr>
          <p:cNvSpPr txBox="1"/>
          <p:nvPr/>
        </p:nvSpPr>
        <p:spPr>
          <a:xfrm>
            <a:off x="754454" y="2366937"/>
            <a:ext cx="10683089" cy="2708434"/>
          </a:xfrm>
          <a:prstGeom prst="rect">
            <a:avLst/>
          </a:prstGeom>
        </p:spPr>
        <p:txBody>
          <a:bodyPr wrap="square" lIns="0" tIns="0" rIns="0" bIns="0" rtlCol="0" anchor="t">
            <a:spAutoFit/>
          </a:bodyPr>
          <a:lstStyle/>
          <a:p>
            <a:r>
              <a:rPr lang="pt-BR" sz="3200" dirty="0"/>
              <a:t>Dado M um valor positivo suficientemente alto, o coeficiente da função objetivo de uma VA representa uma punição adequada se:</a:t>
            </a:r>
          </a:p>
          <a:p>
            <a:endParaRPr lang="pt-BR" sz="3200" dirty="0"/>
          </a:p>
          <a:p>
            <a:r>
              <a:rPr lang="pt-BR" sz="2400" dirty="0"/>
              <a:t>Coeficiente na função 	-M, em problemas  de </a:t>
            </a:r>
            <a:r>
              <a:rPr lang="pt-BR" sz="2400" dirty="0" smtClean="0"/>
              <a:t>maximização</a:t>
            </a:r>
          </a:p>
          <a:p>
            <a:r>
              <a:rPr lang="pt-BR" sz="2400" dirty="0" smtClean="0"/>
              <a:t>       objetivo da VA = 	 M, em problemas  de minimização</a:t>
            </a:r>
            <a:endParaRPr lang="pt-BR" sz="2400" dirty="0"/>
          </a:p>
        </p:txBody>
      </p:sp>
      <p:pic>
        <p:nvPicPr>
          <p:cNvPr id="12" name="Imagem 11" descr="Ícone&#10;&#10;O conteúdo gerado por IA pode estar incorreto.">
            <a:extLst>
              <a:ext uri="{FF2B5EF4-FFF2-40B4-BE49-F238E27FC236}">
                <a16:creationId xmlns:a16="http://schemas.microsoft.com/office/drawing/2014/main" xmlns="" id="{CB8398FC-BE11-08C9-D914-BD27A66E74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p:sp>
        <p:nvSpPr>
          <p:cNvPr id="3" name="Left Brace 2">
            <a:extLst>
              <a:ext uri="{FF2B5EF4-FFF2-40B4-BE49-F238E27FC236}">
                <a16:creationId xmlns:a16="http://schemas.microsoft.com/office/drawing/2014/main" xmlns="" id="{DD12F0D3-D299-16A0-A1E4-612BFF9A740E}"/>
              </a:ext>
            </a:extLst>
          </p:cNvPr>
          <p:cNvSpPr/>
          <p:nvPr/>
        </p:nvSpPr>
        <p:spPr>
          <a:xfrm>
            <a:off x="5006478" y="4253752"/>
            <a:ext cx="292100" cy="770071"/>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1891485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D8FB444-369B-EC64-B188-F2A804D6955A}"/>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4E9C87E1-B231-20BA-6E37-D28C02254278}"/>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A1120B44-31B5-2F07-6728-755C54D70113}"/>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Exemplo</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51184DCB-0F04-BCFF-8D8F-6C70C2CA0130}"/>
              </a:ext>
            </a:extLst>
          </p:cNvPr>
          <p:cNvSpPr txBox="1"/>
          <p:nvPr/>
        </p:nvSpPr>
        <p:spPr>
          <a:xfrm>
            <a:off x="754454" y="2366937"/>
            <a:ext cx="10683089" cy="1477328"/>
          </a:xfrm>
          <a:prstGeom prst="rect">
            <a:avLst/>
          </a:prstGeom>
        </p:spPr>
        <p:txBody>
          <a:bodyPr wrap="square" lIns="0" tIns="0" rIns="0" bIns="0" rtlCol="0" anchor="t">
            <a:spAutoFit/>
          </a:bodyPr>
          <a:lstStyle/>
          <a:p>
            <a:r>
              <a:rPr lang="pt-BR" sz="3200" b="1" dirty="0"/>
              <a:t>PPL original:</a:t>
            </a:r>
          </a:p>
          <a:p>
            <a:endParaRPr lang="pt-BR" sz="3200" dirty="0"/>
          </a:p>
          <a:p>
            <a:endParaRPr lang="pt-BR" sz="3200" dirty="0"/>
          </a:p>
        </p:txBody>
      </p:sp>
      <p:pic>
        <p:nvPicPr>
          <p:cNvPr id="12" name="Imagem 11" descr="Ícone&#10;&#10;O conteúdo gerado por IA pode estar incorreto.">
            <a:extLst>
              <a:ext uri="{FF2B5EF4-FFF2-40B4-BE49-F238E27FC236}">
                <a16:creationId xmlns:a16="http://schemas.microsoft.com/office/drawing/2014/main" xmlns="" id="{E9B28E74-975B-402E-03D2-F5529D6AFC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mc:AlternateContent xmlns:mc="http://schemas.openxmlformats.org/markup-compatibility/2006" xmlns:a14="http://schemas.microsoft.com/office/drawing/2010/main">
        <mc:Choice Requires="a14">
          <p:sp>
            <p:nvSpPr>
              <p:cNvPr id="2" name="Espaço Reservado para Conteúdo 6">
                <a:extLst>
                  <a:ext uri="{FF2B5EF4-FFF2-40B4-BE49-F238E27FC236}">
                    <a16:creationId xmlns:a16="http://schemas.microsoft.com/office/drawing/2014/main" xmlns="" id="{B344D13D-BE0D-9C72-0C87-F63C1A68CD77}"/>
                  </a:ext>
                </a:extLst>
              </p:cNvPr>
              <p:cNvSpPr txBox="1">
                <a:spLocks/>
              </p:cNvSpPr>
              <p:nvPr/>
            </p:nvSpPr>
            <p:spPr>
              <a:xfrm>
                <a:off x="3752450" y="2798737"/>
                <a:ext cx="4687096" cy="28527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
                    </m:oMathParaPr>
                    <m:oMath xmlns:m="http://schemas.openxmlformats.org/officeDocument/2006/math">
                      <m:func>
                        <m:funcPr>
                          <m:ctrlPr>
                            <a:rPr lang="ar-AE" i="1" smtClean="0">
                              <a:latin typeface="Cambria Math"/>
                            </a:rPr>
                          </m:ctrlPr>
                        </m:funcPr>
                        <m:fName>
                          <m:r>
                            <m:rPr>
                              <m:sty m:val="p"/>
                            </m:rPr>
                            <a:rPr lang="pt-BR">
                              <a:latin typeface="Cambria Math"/>
                            </a:rPr>
                            <m:t>min</m:t>
                          </m:r>
                        </m:fName>
                        <m:e>
                          <m:r>
                            <a:rPr lang="ar-AE" i="1">
                              <a:latin typeface="Cambria Math"/>
                            </a:rPr>
                            <m:t>𝑧</m:t>
                          </m:r>
                          <m:r>
                            <a:rPr lang="ar-AE" i="1">
                              <a:latin typeface="Cambria Math"/>
                            </a:rPr>
                            <m:t>=</m:t>
                          </m:r>
                          <m:r>
                            <a:rPr lang="ar-AE" i="1">
                              <a:latin typeface="Cambria Math"/>
                            </a:rPr>
                            <m:t>4</m:t>
                          </m:r>
                          <m:sSub>
                            <m:sSubPr>
                              <m:ctrlPr>
                                <a:rPr lang="ar-AE" i="1">
                                  <a:latin typeface="Cambria Math"/>
                                </a:rPr>
                              </m:ctrlPr>
                            </m:sSubPr>
                            <m:e>
                              <m:r>
                                <a:rPr lang="ar-AE" i="1">
                                  <a:latin typeface="Cambria Math"/>
                                </a:rPr>
                                <m:t>𝑥</m:t>
                              </m:r>
                            </m:e>
                            <m:sub>
                              <m:r>
                                <a:rPr lang="ar-AE" i="1">
                                  <a:latin typeface="Cambria Math"/>
                                </a:rPr>
                                <m:t>1</m:t>
                              </m:r>
                            </m:sub>
                          </m:sSub>
                          <m:r>
                            <a:rPr lang="ar-AE" i="1">
                              <a:latin typeface="Cambria Math"/>
                            </a:rPr>
                            <m:t>+</m:t>
                          </m:r>
                          <m:sSub>
                            <m:sSubPr>
                              <m:ctrlPr>
                                <a:rPr lang="ar-AE" i="1">
                                  <a:latin typeface="Cambria Math"/>
                                </a:rPr>
                              </m:ctrlPr>
                            </m:sSubPr>
                            <m:e>
                              <m:r>
                                <a:rPr lang="ar-AE" i="1">
                                  <a:latin typeface="Cambria Math"/>
                                </a:rPr>
                                <m:t>𝑥</m:t>
                              </m:r>
                            </m:e>
                            <m:sub>
                              <m:r>
                                <a:rPr lang="ar-AE" i="1">
                                  <a:latin typeface="Cambria Math"/>
                                </a:rPr>
                                <m:t>2</m:t>
                              </m:r>
                            </m:sub>
                          </m:sSub>
                        </m:e>
                      </m:func>
                    </m:oMath>
                  </m:oMathPara>
                </a14:m>
                <a:endParaRPr lang="pt-BR" dirty="0"/>
              </a:p>
              <a:p>
                <a:pPr marL="0" indent="0" algn="ctr">
                  <a:buFont typeface="Arial" panose="020B0604020202020204" pitchFamily="34" charset="0"/>
                  <a:buNone/>
                </a:pPr>
                <a:r>
                  <a:rPr lang="pt-BR" i="1" dirty="0">
                    <a:latin typeface="Cambria Math"/>
                  </a:rPr>
                  <a:t>Sujeito a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3</m:t>
                      </m:r>
                      <m:sSub>
                        <m:sSubPr>
                          <m:ctrlPr>
                            <a:rPr lang="ar-AE" i="1">
                              <a:latin typeface="Cambria Math"/>
                            </a:rPr>
                          </m:ctrlPr>
                        </m:sSubPr>
                        <m:e>
                          <m:r>
                            <a:rPr lang="ar-AE" i="1">
                              <a:latin typeface="Cambria Math"/>
                            </a:rPr>
                            <m:t>𝑥</m:t>
                          </m:r>
                        </m:e>
                        <m:sub>
                          <m:r>
                            <a:rPr lang="ar-AE" i="1">
                              <a:latin typeface="Cambria Math"/>
                            </a:rPr>
                            <m:t>1</m:t>
                          </m:r>
                        </m:sub>
                      </m:sSub>
                      <m:r>
                        <a:rPr lang="ar-AE" i="1">
                          <a:latin typeface="Cambria Math"/>
                        </a:rPr>
                        <m:t>+</m:t>
                      </m:r>
                      <m:sSub>
                        <m:sSubPr>
                          <m:ctrlPr>
                            <a:rPr lang="ar-AE" i="1">
                              <a:latin typeface="Cambria Math"/>
                            </a:rPr>
                          </m:ctrlPr>
                        </m:sSubPr>
                        <m:e>
                          <m:r>
                            <a:rPr lang="ar-AE" i="1">
                              <a:latin typeface="Cambria Math"/>
                            </a:rPr>
                            <m:t>𝑥</m:t>
                          </m:r>
                        </m:e>
                        <m:sub>
                          <m:r>
                            <a:rPr lang="ar-AE" i="1">
                              <a:latin typeface="Cambria Math"/>
                            </a:rPr>
                            <m:t>2</m:t>
                          </m:r>
                        </m:sub>
                      </m:sSub>
                      <m:r>
                        <a:rPr lang="ar-AE" i="1">
                          <a:latin typeface="Cambria Math"/>
                        </a:rPr>
                        <m:t>=</m:t>
                      </m:r>
                      <m:r>
                        <a:rPr lang="ar-AE" i="1">
                          <a:latin typeface="Cambria Math"/>
                        </a:rPr>
                        <m:t>3</m:t>
                      </m:r>
                    </m:oMath>
                  </m:oMathPara>
                </a14:m>
                <a:endParaRPr lang="ar-AE"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ar-AE" i="1">
                          <a:latin typeface="Cambria Math"/>
                        </a:rPr>
                        <m:t>4</m:t>
                      </m:r>
                      <m:sSub>
                        <m:sSubPr>
                          <m:ctrlPr>
                            <a:rPr lang="ar-AE" i="1">
                              <a:latin typeface="Cambria Math"/>
                            </a:rPr>
                          </m:ctrlPr>
                        </m:sSubPr>
                        <m:e>
                          <m:r>
                            <a:rPr lang="ar-AE" i="1">
                              <a:latin typeface="Cambria Math"/>
                            </a:rPr>
                            <m:t>𝑥</m:t>
                          </m:r>
                        </m:e>
                        <m:sub>
                          <m:r>
                            <a:rPr lang="ar-AE" i="1">
                              <a:latin typeface="Cambria Math"/>
                            </a:rPr>
                            <m:t>1</m:t>
                          </m:r>
                        </m:sub>
                      </m:sSub>
                      <m:r>
                        <a:rPr lang="ar-AE" i="1">
                          <a:latin typeface="Cambria Math"/>
                        </a:rPr>
                        <m:t>+</m:t>
                      </m:r>
                      <m:r>
                        <a:rPr lang="ar-AE" i="1">
                          <a:latin typeface="Cambria Math"/>
                        </a:rPr>
                        <m:t>3</m:t>
                      </m:r>
                      <m:sSub>
                        <m:sSubPr>
                          <m:ctrlPr>
                            <a:rPr lang="ar-AE" i="1">
                              <a:latin typeface="Cambria Math"/>
                            </a:rPr>
                          </m:ctrlPr>
                        </m:sSubPr>
                        <m:e>
                          <m:r>
                            <a:rPr lang="ar-AE" i="1">
                              <a:latin typeface="Cambria Math"/>
                            </a:rPr>
                            <m:t>𝑥</m:t>
                          </m:r>
                        </m:e>
                        <m:sub>
                          <m:r>
                            <a:rPr lang="ar-AE" i="1">
                              <a:latin typeface="Cambria Math"/>
                            </a:rPr>
                            <m:t>2</m:t>
                          </m:r>
                        </m:sub>
                      </m:sSub>
                      <m:r>
                        <a:rPr lang="ar-AE" i="1">
                          <a:latin typeface="Cambria Math"/>
                          <a:ea typeface="Cambria Math"/>
                        </a:rPr>
                        <m:t>≥</m:t>
                      </m:r>
                      <m:r>
                        <a:rPr lang="ar-AE" i="1">
                          <a:latin typeface="Cambria Math"/>
                          <a:ea typeface="Cambria Math"/>
                        </a:rPr>
                        <m:t>6</m:t>
                      </m:r>
                    </m:oMath>
                  </m:oMathPara>
                </a14:m>
                <a:endParaRPr lang="ar-AE"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ar-AE" i="1">
                              <a:latin typeface="Cambria Math"/>
                            </a:rPr>
                          </m:ctrlPr>
                        </m:sSubPr>
                        <m:e>
                          <m:r>
                            <a:rPr lang="ar-AE" i="1">
                              <a:latin typeface="Cambria Math"/>
                            </a:rPr>
                            <m:t>𝑥</m:t>
                          </m:r>
                        </m:e>
                        <m:sub>
                          <m:r>
                            <a:rPr lang="ar-AE" i="1">
                              <a:latin typeface="Cambria Math"/>
                            </a:rPr>
                            <m:t>1</m:t>
                          </m:r>
                        </m:sub>
                      </m:sSub>
                      <m:r>
                        <a:rPr lang="ar-AE" i="1">
                          <a:latin typeface="Cambria Math"/>
                        </a:rPr>
                        <m:t>+</m:t>
                      </m:r>
                      <m:r>
                        <a:rPr lang="ar-AE" i="1">
                          <a:latin typeface="Cambria Math"/>
                        </a:rPr>
                        <m:t>2</m:t>
                      </m:r>
                      <m:sSub>
                        <m:sSubPr>
                          <m:ctrlPr>
                            <a:rPr lang="ar-AE" i="1">
                              <a:latin typeface="Cambria Math"/>
                            </a:rPr>
                          </m:ctrlPr>
                        </m:sSubPr>
                        <m:e>
                          <m:r>
                            <a:rPr lang="ar-AE" i="1">
                              <a:latin typeface="Cambria Math"/>
                            </a:rPr>
                            <m:t>𝑥</m:t>
                          </m:r>
                        </m:e>
                        <m:sub>
                          <m:r>
                            <a:rPr lang="ar-AE" i="1">
                              <a:latin typeface="Cambria Math"/>
                            </a:rPr>
                            <m:t>2</m:t>
                          </m:r>
                        </m:sub>
                      </m:sSub>
                      <m:r>
                        <a:rPr lang="ar-AE" i="1">
                          <a:latin typeface="Cambria Math"/>
                          <a:ea typeface="Cambria Math"/>
                        </a:rPr>
                        <m:t>≤</m:t>
                      </m:r>
                      <m:r>
                        <a:rPr lang="ar-AE" i="1">
                          <a:latin typeface="Cambria Math"/>
                          <a:ea typeface="Cambria Math"/>
                        </a:rPr>
                        <m:t>4</m:t>
                      </m:r>
                    </m:oMath>
                  </m:oMathPara>
                </a14:m>
                <a:endParaRPr lang="ar-AE"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ar-AE" i="1">
                              <a:latin typeface="Cambria Math"/>
                            </a:rPr>
                          </m:ctrlPr>
                        </m:sSubPr>
                        <m:e>
                          <m:r>
                            <a:rPr lang="ar-AE" i="1">
                              <a:latin typeface="Cambria Math"/>
                            </a:rPr>
                            <m:t>𝑥</m:t>
                          </m:r>
                        </m:e>
                        <m:sub>
                          <m:r>
                            <a:rPr lang="ar-AE" i="1">
                              <a:latin typeface="Cambria Math"/>
                            </a:rPr>
                            <m:t>1</m:t>
                          </m:r>
                        </m:sub>
                      </m:sSub>
                      <m:r>
                        <a:rPr lang="ar-AE" i="1">
                          <a:latin typeface="Cambria Math"/>
                        </a:rPr>
                        <m:t>,</m:t>
                      </m:r>
                      <m:sSub>
                        <m:sSubPr>
                          <m:ctrlPr>
                            <a:rPr lang="ar-AE" i="1">
                              <a:latin typeface="Cambria Math"/>
                            </a:rPr>
                          </m:ctrlPr>
                        </m:sSubPr>
                        <m:e>
                          <m:r>
                            <a:rPr lang="ar-AE" i="1">
                              <a:latin typeface="Cambria Math"/>
                            </a:rPr>
                            <m:t>𝑥</m:t>
                          </m:r>
                        </m:e>
                        <m:sub>
                          <m:r>
                            <a:rPr lang="ar-AE" i="1">
                              <a:latin typeface="Cambria Math"/>
                            </a:rPr>
                            <m:t>2</m:t>
                          </m:r>
                        </m:sub>
                      </m:sSub>
                      <m:r>
                        <a:rPr lang="ar-AE" i="1">
                          <a:latin typeface="Cambria Math"/>
                          <a:ea typeface="Cambria Math"/>
                        </a:rPr>
                        <m:t>≥</m:t>
                      </m:r>
                      <m:r>
                        <a:rPr lang="ar-AE" i="1">
                          <a:latin typeface="Cambria Math"/>
                          <a:ea typeface="Cambria Math"/>
                        </a:rPr>
                        <m:t>0</m:t>
                      </m:r>
                    </m:oMath>
                  </m:oMathPara>
                </a14:m>
                <a:endParaRPr lang="ar-AE" dirty="0"/>
              </a:p>
            </p:txBody>
          </p:sp>
        </mc:Choice>
        <mc:Fallback xmlns="">
          <p:sp>
            <p:nvSpPr>
              <p:cNvPr id="2" name="Espaço Reservado para Conteúdo 6">
                <a:extLst>
                  <a:ext uri="{FF2B5EF4-FFF2-40B4-BE49-F238E27FC236}">
                    <a16:creationId xmlns:a16="http://schemas.microsoft.com/office/drawing/2014/main" id="{B344D13D-BE0D-9C72-0C87-F63C1A68CD77}"/>
                  </a:ext>
                </a:extLst>
              </p:cNvPr>
              <p:cNvSpPr txBox="1">
                <a:spLocks noRot="1" noChangeAspect="1" noMove="1" noResize="1" noEditPoints="1" noAdjustHandles="1" noChangeArrowheads="1" noChangeShapeType="1" noTextEdit="1"/>
              </p:cNvSpPr>
              <p:nvPr/>
            </p:nvSpPr>
            <p:spPr>
              <a:xfrm>
                <a:off x="3752450" y="2798737"/>
                <a:ext cx="4687096" cy="2852763"/>
              </a:xfrm>
              <a:prstGeom prst="rect">
                <a:avLst/>
              </a:prstGeom>
              <a:blipFill>
                <a:blip r:embed="rId4"/>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1325374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EEDFF90-B0FB-3EB2-241F-3B67152F3DB9}"/>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F3CC6188-6BBC-3A56-7C54-A8A5B44A8562}"/>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1A9570F1-17D0-7FA4-5965-B2415D896222}"/>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Exemplo</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CB4CB2AF-4BE7-968B-FFD6-F4B8CE3A0D86}"/>
              </a:ext>
            </a:extLst>
          </p:cNvPr>
          <p:cNvSpPr txBox="1"/>
          <p:nvPr/>
        </p:nvSpPr>
        <p:spPr>
          <a:xfrm>
            <a:off x="754455" y="2366937"/>
            <a:ext cx="5341546" cy="1477328"/>
          </a:xfrm>
          <a:prstGeom prst="rect">
            <a:avLst/>
          </a:prstGeom>
        </p:spPr>
        <p:txBody>
          <a:bodyPr wrap="square" lIns="0" tIns="0" rIns="0" bIns="0" rtlCol="0" anchor="t">
            <a:spAutoFit/>
          </a:bodyPr>
          <a:lstStyle/>
          <a:p>
            <a:r>
              <a:rPr lang="pt-BR" sz="3200" b="1" dirty="0"/>
              <a:t>PPL original:</a:t>
            </a:r>
          </a:p>
          <a:p>
            <a:endParaRPr lang="pt-BR" sz="3200" dirty="0"/>
          </a:p>
          <a:p>
            <a:endParaRPr lang="pt-BR" sz="3200" dirty="0"/>
          </a:p>
        </p:txBody>
      </p:sp>
      <p:pic>
        <p:nvPicPr>
          <p:cNvPr id="12" name="Imagem 11" descr="Ícone&#10;&#10;O conteúdo gerado por IA pode estar incorreto.">
            <a:extLst>
              <a:ext uri="{FF2B5EF4-FFF2-40B4-BE49-F238E27FC236}">
                <a16:creationId xmlns:a16="http://schemas.microsoft.com/office/drawing/2014/main" xmlns="" id="{6203989E-2EC0-87EA-A2DD-7BED263028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mc:AlternateContent xmlns:mc="http://schemas.openxmlformats.org/markup-compatibility/2006" xmlns:a14="http://schemas.microsoft.com/office/drawing/2010/main">
        <mc:Choice Requires="a14">
          <p:sp>
            <p:nvSpPr>
              <p:cNvPr id="2" name="Espaço Reservado para Conteúdo 6">
                <a:extLst>
                  <a:ext uri="{FF2B5EF4-FFF2-40B4-BE49-F238E27FC236}">
                    <a16:creationId xmlns:a16="http://schemas.microsoft.com/office/drawing/2014/main" xmlns="" id="{0D3C0425-44F8-FA13-BDAD-DC9455E19B65}"/>
                  </a:ext>
                </a:extLst>
              </p:cNvPr>
              <p:cNvSpPr txBox="1">
                <a:spLocks/>
              </p:cNvSpPr>
              <p:nvPr/>
            </p:nvSpPr>
            <p:spPr>
              <a:xfrm>
                <a:off x="754455" y="3157245"/>
                <a:ext cx="3461146" cy="28527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
                    </m:oMathParaPr>
                    <m:oMath xmlns:m="http://schemas.openxmlformats.org/officeDocument/2006/math">
                      <m:func>
                        <m:funcPr>
                          <m:ctrlPr>
                            <a:rPr lang="ar-AE" i="1" smtClean="0">
                              <a:latin typeface="Cambria Math"/>
                            </a:rPr>
                          </m:ctrlPr>
                        </m:funcPr>
                        <m:fName>
                          <m:r>
                            <m:rPr>
                              <m:sty m:val="p"/>
                            </m:rPr>
                            <a:rPr lang="pt-BR">
                              <a:latin typeface="Cambria Math"/>
                            </a:rPr>
                            <m:t>min</m:t>
                          </m:r>
                        </m:fName>
                        <m:e>
                          <m:r>
                            <a:rPr lang="ar-AE" i="1">
                              <a:latin typeface="Cambria Math"/>
                            </a:rPr>
                            <m:t>𝑧</m:t>
                          </m:r>
                          <m:r>
                            <a:rPr lang="ar-AE" i="1">
                              <a:latin typeface="Cambria Math"/>
                            </a:rPr>
                            <m:t>=</m:t>
                          </m:r>
                          <m:r>
                            <a:rPr lang="ar-AE" i="1">
                              <a:latin typeface="Cambria Math"/>
                            </a:rPr>
                            <m:t>4</m:t>
                          </m:r>
                          <m:sSub>
                            <m:sSubPr>
                              <m:ctrlPr>
                                <a:rPr lang="ar-AE" i="1">
                                  <a:latin typeface="Cambria Math"/>
                                </a:rPr>
                              </m:ctrlPr>
                            </m:sSubPr>
                            <m:e>
                              <m:r>
                                <a:rPr lang="ar-AE" i="1">
                                  <a:latin typeface="Cambria Math"/>
                                </a:rPr>
                                <m:t>𝑥</m:t>
                              </m:r>
                            </m:e>
                            <m:sub>
                              <m:r>
                                <a:rPr lang="ar-AE" i="1">
                                  <a:latin typeface="Cambria Math"/>
                                </a:rPr>
                                <m:t>1</m:t>
                              </m:r>
                            </m:sub>
                          </m:sSub>
                          <m:r>
                            <a:rPr lang="ar-AE" i="1">
                              <a:latin typeface="Cambria Math"/>
                            </a:rPr>
                            <m:t>+</m:t>
                          </m:r>
                          <m:sSub>
                            <m:sSubPr>
                              <m:ctrlPr>
                                <a:rPr lang="ar-AE" i="1">
                                  <a:latin typeface="Cambria Math"/>
                                </a:rPr>
                              </m:ctrlPr>
                            </m:sSubPr>
                            <m:e>
                              <m:r>
                                <a:rPr lang="ar-AE" i="1">
                                  <a:latin typeface="Cambria Math"/>
                                </a:rPr>
                                <m:t>𝑥</m:t>
                              </m:r>
                            </m:e>
                            <m:sub>
                              <m:r>
                                <a:rPr lang="ar-AE" i="1">
                                  <a:latin typeface="Cambria Math"/>
                                </a:rPr>
                                <m:t>2</m:t>
                              </m:r>
                            </m:sub>
                          </m:sSub>
                        </m:e>
                      </m:func>
                    </m:oMath>
                  </m:oMathPara>
                </a14:m>
                <a:endParaRPr lang="pt-BR" dirty="0"/>
              </a:p>
              <a:p>
                <a:pPr marL="0" indent="0" algn="ctr">
                  <a:buFont typeface="Arial" panose="020B0604020202020204" pitchFamily="34" charset="0"/>
                  <a:buNone/>
                </a:pPr>
                <a:r>
                  <a:rPr lang="pt-BR" i="1" dirty="0">
                    <a:latin typeface="Cambria Math"/>
                  </a:rPr>
                  <a:t>Sujeito a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3</m:t>
                      </m:r>
                      <m:sSub>
                        <m:sSubPr>
                          <m:ctrlPr>
                            <a:rPr lang="ar-AE" i="1">
                              <a:latin typeface="Cambria Math"/>
                            </a:rPr>
                          </m:ctrlPr>
                        </m:sSubPr>
                        <m:e>
                          <m:r>
                            <a:rPr lang="ar-AE" i="1">
                              <a:latin typeface="Cambria Math"/>
                            </a:rPr>
                            <m:t>𝑥</m:t>
                          </m:r>
                        </m:e>
                        <m:sub>
                          <m:r>
                            <a:rPr lang="ar-AE" i="1">
                              <a:latin typeface="Cambria Math"/>
                            </a:rPr>
                            <m:t>1</m:t>
                          </m:r>
                        </m:sub>
                      </m:sSub>
                      <m:r>
                        <a:rPr lang="ar-AE" i="1">
                          <a:latin typeface="Cambria Math"/>
                        </a:rPr>
                        <m:t>+</m:t>
                      </m:r>
                      <m:sSub>
                        <m:sSubPr>
                          <m:ctrlPr>
                            <a:rPr lang="ar-AE" i="1">
                              <a:latin typeface="Cambria Math"/>
                            </a:rPr>
                          </m:ctrlPr>
                        </m:sSubPr>
                        <m:e>
                          <m:r>
                            <a:rPr lang="ar-AE" i="1">
                              <a:latin typeface="Cambria Math"/>
                            </a:rPr>
                            <m:t>𝑥</m:t>
                          </m:r>
                        </m:e>
                        <m:sub>
                          <m:r>
                            <a:rPr lang="ar-AE" i="1">
                              <a:latin typeface="Cambria Math"/>
                            </a:rPr>
                            <m:t>2</m:t>
                          </m:r>
                        </m:sub>
                      </m:sSub>
                      <m:r>
                        <a:rPr lang="ar-AE" i="1">
                          <a:latin typeface="Cambria Math"/>
                        </a:rPr>
                        <m:t>=</m:t>
                      </m:r>
                      <m:r>
                        <a:rPr lang="ar-AE" i="1">
                          <a:latin typeface="Cambria Math"/>
                        </a:rPr>
                        <m:t>3</m:t>
                      </m:r>
                    </m:oMath>
                  </m:oMathPara>
                </a14:m>
                <a:endParaRPr lang="ar-AE"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ar-AE" i="1">
                          <a:latin typeface="Cambria Math"/>
                        </a:rPr>
                        <m:t>4</m:t>
                      </m:r>
                      <m:sSub>
                        <m:sSubPr>
                          <m:ctrlPr>
                            <a:rPr lang="ar-AE" i="1">
                              <a:latin typeface="Cambria Math"/>
                            </a:rPr>
                          </m:ctrlPr>
                        </m:sSubPr>
                        <m:e>
                          <m:r>
                            <a:rPr lang="ar-AE" i="1">
                              <a:latin typeface="Cambria Math"/>
                            </a:rPr>
                            <m:t>𝑥</m:t>
                          </m:r>
                        </m:e>
                        <m:sub>
                          <m:r>
                            <a:rPr lang="ar-AE" i="1">
                              <a:latin typeface="Cambria Math"/>
                            </a:rPr>
                            <m:t>1</m:t>
                          </m:r>
                        </m:sub>
                      </m:sSub>
                      <m:r>
                        <a:rPr lang="ar-AE" i="1">
                          <a:latin typeface="Cambria Math"/>
                        </a:rPr>
                        <m:t>+</m:t>
                      </m:r>
                      <m:r>
                        <a:rPr lang="ar-AE" i="1">
                          <a:latin typeface="Cambria Math"/>
                        </a:rPr>
                        <m:t>3</m:t>
                      </m:r>
                      <m:sSub>
                        <m:sSubPr>
                          <m:ctrlPr>
                            <a:rPr lang="ar-AE" i="1">
                              <a:latin typeface="Cambria Math"/>
                            </a:rPr>
                          </m:ctrlPr>
                        </m:sSubPr>
                        <m:e>
                          <m:r>
                            <a:rPr lang="ar-AE" i="1">
                              <a:latin typeface="Cambria Math"/>
                            </a:rPr>
                            <m:t>𝑥</m:t>
                          </m:r>
                        </m:e>
                        <m:sub>
                          <m:r>
                            <a:rPr lang="ar-AE" i="1">
                              <a:latin typeface="Cambria Math"/>
                            </a:rPr>
                            <m:t>2</m:t>
                          </m:r>
                        </m:sub>
                      </m:sSub>
                      <m:r>
                        <a:rPr lang="ar-AE" i="1">
                          <a:latin typeface="Cambria Math"/>
                          <a:ea typeface="Cambria Math"/>
                        </a:rPr>
                        <m:t>≥</m:t>
                      </m:r>
                      <m:r>
                        <a:rPr lang="ar-AE" i="1">
                          <a:latin typeface="Cambria Math"/>
                          <a:ea typeface="Cambria Math"/>
                        </a:rPr>
                        <m:t>6</m:t>
                      </m:r>
                    </m:oMath>
                  </m:oMathPara>
                </a14:m>
                <a:endParaRPr lang="ar-AE"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ar-AE" i="1">
                              <a:latin typeface="Cambria Math"/>
                            </a:rPr>
                          </m:ctrlPr>
                        </m:sSubPr>
                        <m:e>
                          <m:r>
                            <a:rPr lang="ar-AE" i="1">
                              <a:latin typeface="Cambria Math"/>
                            </a:rPr>
                            <m:t>𝑥</m:t>
                          </m:r>
                        </m:e>
                        <m:sub>
                          <m:r>
                            <a:rPr lang="ar-AE" i="1">
                              <a:latin typeface="Cambria Math"/>
                            </a:rPr>
                            <m:t>1</m:t>
                          </m:r>
                        </m:sub>
                      </m:sSub>
                      <m:r>
                        <a:rPr lang="ar-AE" i="1">
                          <a:latin typeface="Cambria Math"/>
                        </a:rPr>
                        <m:t>+</m:t>
                      </m:r>
                      <m:r>
                        <a:rPr lang="ar-AE" i="1">
                          <a:latin typeface="Cambria Math"/>
                        </a:rPr>
                        <m:t>2</m:t>
                      </m:r>
                      <m:sSub>
                        <m:sSubPr>
                          <m:ctrlPr>
                            <a:rPr lang="ar-AE" i="1">
                              <a:latin typeface="Cambria Math"/>
                            </a:rPr>
                          </m:ctrlPr>
                        </m:sSubPr>
                        <m:e>
                          <m:r>
                            <a:rPr lang="ar-AE" i="1">
                              <a:latin typeface="Cambria Math"/>
                            </a:rPr>
                            <m:t>𝑥</m:t>
                          </m:r>
                        </m:e>
                        <m:sub>
                          <m:r>
                            <a:rPr lang="ar-AE" i="1">
                              <a:latin typeface="Cambria Math"/>
                            </a:rPr>
                            <m:t>2</m:t>
                          </m:r>
                        </m:sub>
                      </m:sSub>
                      <m:r>
                        <a:rPr lang="ar-AE" i="1">
                          <a:latin typeface="Cambria Math"/>
                          <a:ea typeface="Cambria Math"/>
                        </a:rPr>
                        <m:t>≤</m:t>
                      </m:r>
                      <m:r>
                        <a:rPr lang="ar-AE" i="1">
                          <a:latin typeface="Cambria Math"/>
                          <a:ea typeface="Cambria Math"/>
                        </a:rPr>
                        <m:t>4</m:t>
                      </m:r>
                    </m:oMath>
                  </m:oMathPara>
                </a14:m>
                <a:endParaRPr lang="ar-AE"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ar-AE" i="1">
                              <a:latin typeface="Cambria Math"/>
                            </a:rPr>
                          </m:ctrlPr>
                        </m:sSubPr>
                        <m:e>
                          <m:r>
                            <a:rPr lang="ar-AE" i="1">
                              <a:latin typeface="Cambria Math"/>
                            </a:rPr>
                            <m:t>𝑥</m:t>
                          </m:r>
                        </m:e>
                        <m:sub>
                          <m:r>
                            <a:rPr lang="ar-AE" i="1">
                              <a:latin typeface="Cambria Math"/>
                            </a:rPr>
                            <m:t>1</m:t>
                          </m:r>
                        </m:sub>
                      </m:sSub>
                      <m:r>
                        <a:rPr lang="ar-AE" i="1">
                          <a:latin typeface="Cambria Math"/>
                        </a:rPr>
                        <m:t>,</m:t>
                      </m:r>
                      <m:sSub>
                        <m:sSubPr>
                          <m:ctrlPr>
                            <a:rPr lang="ar-AE" i="1">
                              <a:latin typeface="Cambria Math"/>
                            </a:rPr>
                          </m:ctrlPr>
                        </m:sSubPr>
                        <m:e>
                          <m:r>
                            <a:rPr lang="ar-AE" i="1">
                              <a:latin typeface="Cambria Math"/>
                            </a:rPr>
                            <m:t>𝑥</m:t>
                          </m:r>
                        </m:e>
                        <m:sub>
                          <m:r>
                            <a:rPr lang="ar-AE" i="1">
                              <a:latin typeface="Cambria Math"/>
                            </a:rPr>
                            <m:t>2</m:t>
                          </m:r>
                        </m:sub>
                      </m:sSub>
                      <m:r>
                        <a:rPr lang="ar-AE" i="1">
                          <a:latin typeface="Cambria Math"/>
                          <a:ea typeface="Cambria Math"/>
                        </a:rPr>
                        <m:t>≥</m:t>
                      </m:r>
                      <m:r>
                        <a:rPr lang="ar-AE" i="1">
                          <a:latin typeface="Cambria Math"/>
                          <a:ea typeface="Cambria Math"/>
                        </a:rPr>
                        <m:t>0</m:t>
                      </m:r>
                    </m:oMath>
                  </m:oMathPara>
                </a14:m>
                <a:endParaRPr lang="ar-AE" dirty="0"/>
              </a:p>
            </p:txBody>
          </p:sp>
        </mc:Choice>
        <mc:Fallback xmlns="">
          <p:sp>
            <p:nvSpPr>
              <p:cNvPr id="2" name="Espaço Reservado para Conteúdo 6">
                <a:extLst>
                  <a:ext uri="{FF2B5EF4-FFF2-40B4-BE49-F238E27FC236}">
                    <a16:creationId xmlns:a16="http://schemas.microsoft.com/office/drawing/2014/main" id="{0D3C0425-44F8-FA13-BDAD-DC9455E19B65}"/>
                  </a:ext>
                </a:extLst>
              </p:cNvPr>
              <p:cNvSpPr txBox="1">
                <a:spLocks noRot="1" noChangeAspect="1" noMove="1" noResize="1" noEditPoints="1" noAdjustHandles="1" noChangeArrowheads="1" noChangeShapeType="1" noTextEdit="1"/>
              </p:cNvSpPr>
              <p:nvPr/>
            </p:nvSpPr>
            <p:spPr>
              <a:xfrm>
                <a:off x="754455" y="3157245"/>
                <a:ext cx="3461146" cy="2852763"/>
              </a:xfrm>
              <a:prstGeom prst="rect">
                <a:avLst/>
              </a:prstGeom>
              <a:blipFill>
                <a:blip r:embed="rId4"/>
                <a:stretch>
                  <a:fillRect/>
                </a:stretch>
              </a:blipFill>
            </p:spPr>
            <p:txBody>
              <a:bodyPr/>
              <a:lstStyle/>
              <a:p>
                <a:r>
                  <a:rPr lang="pt-BR">
                    <a:noFill/>
                  </a:rPr>
                  <a:t> </a:t>
                </a:r>
              </a:p>
            </p:txBody>
          </p:sp>
        </mc:Fallback>
      </mc:AlternateContent>
      <p:sp>
        <p:nvSpPr>
          <p:cNvPr id="3" name="TextBox 6">
            <a:extLst>
              <a:ext uri="{FF2B5EF4-FFF2-40B4-BE49-F238E27FC236}">
                <a16:creationId xmlns:a16="http://schemas.microsoft.com/office/drawing/2014/main" xmlns="" id="{A65BFB2C-D845-201C-955C-0A9B33BDDAFA}"/>
              </a:ext>
            </a:extLst>
          </p:cNvPr>
          <p:cNvSpPr txBox="1"/>
          <p:nvPr/>
        </p:nvSpPr>
        <p:spPr>
          <a:xfrm>
            <a:off x="5607586" y="2366937"/>
            <a:ext cx="5829959" cy="1477328"/>
          </a:xfrm>
          <a:prstGeom prst="rect">
            <a:avLst/>
          </a:prstGeom>
        </p:spPr>
        <p:txBody>
          <a:bodyPr wrap="square" lIns="0" tIns="0" rIns="0" bIns="0" rtlCol="0" anchor="t">
            <a:spAutoFit/>
          </a:bodyPr>
          <a:lstStyle/>
          <a:p>
            <a:r>
              <a:rPr lang="pt-BR" sz="3200" b="1" dirty="0"/>
              <a:t>PPL </a:t>
            </a:r>
            <a:r>
              <a:rPr lang="pt-BR" sz="3200" b="1" dirty="0" smtClean="0"/>
              <a:t>aumentado/ampliado:</a:t>
            </a:r>
            <a:endParaRPr lang="pt-BR" sz="3200" b="1" dirty="0"/>
          </a:p>
          <a:p>
            <a:endParaRPr lang="pt-BR" sz="3200" dirty="0"/>
          </a:p>
          <a:p>
            <a:endParaRPr lang="pt-BR" sz="3200" dirty="0"/>
          </a:p>
        </p:txBody>
      </p:sp>
      <mc:AlternateContent xmlns:mc="http://schemas.openxmlformats.org/markup-compatibility/2006" xmlns:a14="http://schemas.microsoft.com/office/drawing/2010/main">
        <mc:Choice Requires="a14">
          <p:sp>
            <p:nvSpPr>
              <p:cNvPr id="4" name="Espaço Reservado para Conteúdo 8">
                <a:extLst>
                  <a:ext uri="{FF2B5EF4-FFF2-40B4-BE49-F238E27FC236}">
                    <a16:creationId xmlns:a16="http://schemas.microsoft.com/office/drawing/2014/main" xmlns="" id="{BEBE6C14-49EB-63CF-D0E5-23DB147D55D7}"/>
                  </a:ext>
                </a:extLst>
              </p:cNvPr>
              <p:cNvSpPr txBox="1">
                <a:spLocks/>
              </p:cNvSpPr>
              <p:nvPr/>
            </p:nvSpPr>
            <p:spPr>
              <a:xfrm>
                <a:off x="6095999" y="3216275"/>
                <a:ext cx="4041775" cy="29837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func>
                        <m:funcPr>
                          <m:ctrlPr>
                            <a:rPr lang="pt-BR" i="1" smtClean="0">
                              <a:latin typeface="Cambria Math"/>
                            </a:rPr>
                          </m:ctrlPr>
                        </m:funcPr>
                        <m:fName>
                          <m:r>
                            <m:rPr>
                              <m:sty m:val="p"/>
                            </m:rPr>
                            <a:rPr lang="pt-BR">
                              <a:latin typeface="Cambria Math"/>
                            </a:rPr>
                            <m:t>min</m:t>
                          </m:r>
                        </m:fName>
                        <m:e>
                          <m:r>
                            <a:rPr lang="pt-BR" i="1">
                              <a:latin typeface="Cambria Math"/>
                            </a:rPr>
                            <m:t>𝑧</m:t>
                          </m:r>
                          <m:r>
                            <a:rPr lang="pt-BR" i="1">
                              <a:latin typeface="Cambria Math"/>
                            </a:rPr>
                            <m:t>=</m:t>
                          </m:r>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e>
                      </m:func>
                    </m:oMath>
                  </m:oMathPara>
                </a14:m>
                <a:endParaRPr lang="pt-BR" dirty="0"/>
              </a:p>
              <a:p>
                <a:pPr marL="0" indent="0" algn="ctr">
                  <a:buFont typeface="Arial" panose="020B0604020202020204" pitchFamily="34" charset="0"/>
                  <a:buNone/>
                </a:pPr>
                <a:r>
                  <a:rPr lang="pt-BR" i="1" dirty="0">
                    <a:latin typeface="Cambria Math"/>
                  </a:rPr>
                  <a:t>Sujeito a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r>
                        <a:rPr lang="pt-BR" i="1">
                          <a:latin typeface="Cambria Math"/>
                        </a:rPr>
                        <m:t>3</m:t>
                      </m:r>
                    </m:oMath>
                  </m:oMathPara>
                </a14:m>
                <a:endParaRPr lang="pt-BR"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r>
                        <a:rPr lang="pt-BR" i="1">
                          <a:latin typeface="Cambria Math"/>
                          <a:ea typeface="Cambria Math"/>
                        </a:rPr>
                        <m:t>6</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2</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r>
                        <a:rPr lang="pt-BR" i="1">
                          <a:latin typeface="Cambria Math"/>
                          <a:ea typeface="Cambria Math"/>
                        </a:rPr>
                        <m:t>4</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ea typeface="Cambria Math"/>
                        </a:rPr>
                        <m:t>≥</m:t>
                      </m:r>
                      <m:r>
                        <a:rPr lang="pt-BR" i="1">
                          <a:latin typeface="Cambria Math"/>
                          <a:ea typeface="Cambria Math"/>
                        </a:rPr>
                        <m:t>0</m:t>
                      </m:r>
                    </m:oMath>
                  </m:oMathPara>
                </a14:m>
                <a:endParaRPr lang="pt-BR" dirty="0"/>
              </a:p>
              <a:p>
                <a:pPr marL="0" indent="0">
                  <a:buFont typeface="Arial" panose="020B0604020202020204" pitchFamily="34" charset="0"/>
                  <a:buNone/>
                </a:pPr>
                <a:endParaRPr lang="pt-BR" dirty="0"/>
              </a:p>
            </p:txBody>
          </p:sp>
        </mc:Choice>
        <mc:Fallback xmlns="">
          <p:sp>
            <p:nvSpPr>
              <p:cNvPr id="4" name="Espaço Reservado para Conteúdo 8">
                <a:extLst>
                  <a:ext uri="{FF2B5EF4-FFF2-40B4-BE49-F238E27FC236}">
                    <a16:creationId xmlns:a16="http://schemas.microsoft.com/office/drawing/2014/main" id="{BEBE6C14-49EB-63CF-D0E5-23DB147D55D7}"/>
                  </a:ext>
                </a:extLst>
              </p:cNvPr>
              <p:cNvSpPr txBox="1">
                <a:spLocks noRot="1" noChangeAspect="1" noMove="1" noResize="1" noEditPoints="1" noAdjustHandles="1" noChangeArrowheads="1" noChangeShapeType="1" noTextEdit="1"/>
              </p:cNvSpPr>
              <p:nvPr/>
            </p:nvSpPr>
            <p:spPr>
              <a:xfrm>
                <a:off x="6095999" y="3216275"/>
                <a:ext cx="4041775" cy="2983799"/>
              </a:xfrm>
              <a:prstGeom prst="rect">
                <a:avLst/>
              </a:prstGeom>
              <a:blipFill>
                <a:blip r:embed="rId5"/>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3823989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030741C-B0F2-6647-A0E8-7FD385517965}"/>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360AB20D-964B-D1F8-254B-3971F7A08659}"/>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79B55BB7-D957-1257-85B3-793B8EC24CE2}"/>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Exemplo</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754A28DD-8682-3536-6DC5-360BABB80E46}"/>
              </a:ext>
            </a:extLst>
          </p:cNvPr>
          <p:cNvSpPr txBox="1"/>
          <p:nvPr/>
        </p:nvSpPr>
        <p:spPr>
          <a:xfrm>
            <a:off x="754455" y="2366937"/>
            <a:ext cx="5341546" cy="1477328"/>
          </a:xfrm>
          <a:prstGeom prst="rect">
            <a:avLst/>
          </a:prstGeom>
        </p:spPr>
        <p:txBody>
          <a:bodyPr wrap="square" lIns="0" tIns="0" rIns="0" bIns="0" rtlCol="0" anchor="t">
            <a:spAutoFit/>
          </a:bodyPr>
          <a:lstStyle/>
          <a:p>
            <a:r>
              <a:rPr lang="pt-BR" sz="3200" b="1" dirty="0"/>
              <a:t>PPL aumentado:</a:t>
            </a:r>
          </a:p>
          <a:p>
            <a:endParaRPr lang="pt-BR" sz="3200" dirty="0"/>
          </a:p>
          <a:p>
            <a:endParaRPr lang="pt-BR" sz="3200" dirty="0"/>
          </a:p>
        </p:txBody>
      </p:sp>
      <p:pic>
        <p:nvPicPr>
          <p:cNvPr id="12" name="Imagem 11" descr="Ícone&#10;&#10;O conteúdo gerado por IA pode estar incorreto.">
            <a:extLst>
              <a:ext uri="{FF2B5EF4-FFF2-40B4-BE49-F238E27FC236}">
                <a16:creationId xmlns:a16="http://schemas.microsoft.com/office/drawing/2014/main" xmlns="" id="{FA206F01-05F5-3A60-7A6B-E0EEEA6D70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p:sp>
        <p:nvSpPr>
          <p:cNvPr id="3" name="TextBox 6">
            <a:extLst>
              <a:ext uri="{FF2B5EF4-FFF2-40B4-BE49-F238E27FC236}">
                <a16:creationId xmlns:a16="http://schemas.microsoft.com/office/drawing/2014/main" xmlns="" id="{ABEB9EE9-F3D2-1228-7434-DBCAEDFC756B}"/>
              </a:ext>
            </a:extLst>
          </p:cNvPr>
          <p:cNvSpPr txBox="1"/>
          <p:nvPr/>
        </p:nvSpPr>
        <p:spPr>
          <a:xfrm>
            <a:off x="6095999" y="2366937"/>
            <a:ext cx="5341546" cy="1477328"/>
          </a:xfrm>
          <a:prstGeom prst="rect">
            <a:avLst/>
          </a:prstGeom>
        </p:spPr>
        <p:txBody>
          <a:bodyPr wrap="square" lIns="0" tIns="0" rIns="0" bIns="0" rtlCol="0" anchor="t">
            <a:spAutoFit/>
          </a:bodyPr>
          <a:lstStyle/>
          <a:p>
            <a:r>
              <a:rPr lang="pt-BR" sz="3200" b="1" dirty="0"/>
              <a:t>PPL artificial:</a:t>
            </a:r>
          </a:p>
          <a:p>
            <a:endParaRPr lang="pt-BR" sz="3200" dirty="0"/>
          </a:p>
          <a:p>
            <a:endParaRPr lang="pt-BR" sz="3200" dirty="0"/>
          </a:p>
        </p:txBody>
      </p:sp>
      <mc:AlternateContent xmlns:mc="http://schemas.openxmlformats.org/markup-compatibility/2006" xmlns:a14="http://schemas.microsoft.com/office/drawing/2010/main">
        <mc:Choice Requires="a14">
          <p:sp>
            <p:nvSpPr>
              <p:cNvPr id="4" name="Espaço Reservado para Conteúdo 8">
                <a:extLst>
                  <a:ext uri="{FF2B5EF4-FFF2-40B4-BE49-F238E27FC236}">
                    <a16:creationId xmlns:a16="http://schemas.microsoft.com/office/drawing/2014/main" xmlns="" id="{8610F2F2-987A-F2D7-A499-8C0841479831}"/>
                  </a:ext>
                </a:extLst>
              </p:cNvPr>
              <p:cNvSpPr txBox="1">
                <a:spLocks/>
              </p:cNvSpPr>
              <p:nvPr/>
            </p:nvSpPr>
            <p:spPr>
              <a:xfrm>
                <a:off x="754455" y="3105601"/>
                <a:ext cx="4041775" cy="29837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func>
                        <m:funcPr>
                          <m:ctrlPr>
                            <a:rPr lang="pt-BR" i="1" smtClean="0">
                              <a:latin typeface="Cambria Math"/>
                            </a:rPr>
                          </m:ctrlPr>
                        </m:funcPr>
                        <m:fName>
                          <m:r>
                            <m:rPr>
                              <m:sty m:val="p"/>
                            </m:rPr>
                            <a:rPr lang="pt-BR">
                              <a:latin typeface="Cambria Math"/>
                            </a:rPr>
                            <m:t>min</m:t>
                          </m:r>
                        </m:fName>
                        <m:e>
                          <m:r>
                            <a:rPr lang="pt-BR" i="1">
                              <a:latin typeface="Cambria Math"/>
                            </a:rPr>
                            <m:t>𝑧</m:t>
                          </m:r>
                          <m:r>
                            <a:rPr lang="pt-BR" i="1">
                              <a:latin typeface="Cambria Math"/>
                            </a:rPr>
                            <m:t>=</m:t>
                          </m:r>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e>
                      </m:func>
                    </m:oMath>
                  </m:oMathPara>
                </a14:m>
                <a:endParaRPr lang="pt-BR" dirty="0"/>
              </a:p>
              <a:p>
                <a:pPr marL="0" indent="0" algn="ctr">
                  <a:buFont typeface="Arial" panose="020B0604020202020204" pitchFamily="34" charset="0"/>
                  <a:buNone/>
                </a:pPr>
                <a:r>
                  <a:rPr lang="pt-BR" i="1" dirty="0">
                    <a:latin typeface="Cambria Math"/>
                  </a:rPr>
                  <a:t>Sujeito a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r>
                        <a:rPr lang="pt-BR" i="1">
                          <a:latin typeface="Cambria Math"/>
                        </a:rPr>
                        <m:t>3</m:t>
                      </m:r>
                    </m:oMath>
                  </m:oMathPara>
                </a14:m>
                <a:endParaRPr lang="pt-BR"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r>
                        <a:rPr lang="pt-BR" i="1">
                          <a:latin typeface="Cambria Math"/>
                          <a:ea typeface="Cambria Math"/>
                        </a:rPr>
                        <m:t>6</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2</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r>
                        <a:rPr lang="pt-BR" i="1">
                          <a:latin typeface="Cambria Math"/>
                          <a:ea typeface="Cambria Math"/>
                        </a:rPr>
                        <m:t>4</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ea typeface="Cambria Math"/>
                        </a:rPr>
                        <m:t>≥</m:t>
                      </m:r>
                      <m:r>
                        <a:rPr lang="pt-BR" i="1">
                          <a:latin typeface="Cambria Math"/>
                          <a:ea typeface="Cambria Math"/>
                        </a:rPr>
                        <m:t>0</m:t>
                      </m:r>
                    </m:oMath>
                  </m:oMathPara>
                </a14:m>
                <a:endParaRPr lang="pt-BR" dirty="0"/>
              </a:p>
              <a:p>
                <a:pPr marL="0" indent="0">
                  <a:buFont typeface="Arial" panose="020B0604020202020204" pitchFamily="34" charset="0"/>
                  <a:buNone/>
                </a:pPr>
                <a:endParaRPr lang="pt-BR" dirty="0"/>
              </a:p>
            </p:txBody>
          </p:sp>
        </mc:Choice>
        <mc:Fallback xmlns="">
          <p:sp>
            <p:nvSpPr>
              <p:cNvPr id="4" name="Espaço Reservado para Conteúdo 8">
                <a:extLst>
                  <a:ext uri="{FF2B5EF4-FFF2-40B4-BE49-F238E27FC236}">
                    <a16:creationId xmlns:a16="http://schemas.microsoft.com/office/drawing/2014/main" id="{8610F2F2-987A-F2D7-A499-8C0841479831}"/>
                  </a:ext>
                </a:extLst>
              </p:cNvPr>
              <p:cNvSpPr txBox="1">
                <a:spLocks noRot="1" noChangeAspect="1" noMove="1" noResize="1" noEditPoints="1" noAdjustHandles="1" noChangeArrowheads="1" noChangeShapeType="1" noTextEdit="1"/>
              </p:cNvSpPr>
              <p:nvPr/>
            </p:nvSpPr>
            <p:spPr>
              <a:xfrm>
                <a:off x="754455" y="3105601"/>
                <a:ext cx="4041775" cy="2983799"/>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Espaço Reservado para Conteúdo 8">
                <a:extLst>
                  <a:ext uri="{FF2B5EF4-FFF2-40B4-BE49-F238E27FC236}">
                    <a16:creationId xmlns:a16="http://schemas.microsoft.com/office/drawing/2014/main" xmlns="" id="{F95FA275-C7B6-2875-6507-5E41F7E04288}"/>
                  </a:ext>
                </a:extLst>
              </p:cNvPr>
              <p:cNvSpPr txBox="1">
                <a:spLocks/>
              </p:cNvSpPr>
              <p:nvPr/>
            </p:nvSpPr>
            <p:spPr>
              <a:xfrm>
                <a:off x="6095999" y="3330013"/>
                <a:ext cx="5203758" cy="290440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func>
                        <m:funcPr>
                          <m:ctrlPr>
                            <a:rPr lang="pt-BR" i="1" smtClean="0">
                              <a:latin typeface="Cambria Math"/>
                            </a:rPr>
                          </m:ctrlPr>
                        </m:funcPr>
                        <m:fName>
                          <m:r>
                            <m:rPr>
                              <m:sty m:val="p"/>
                            </m:rPr>
                            <a:rPr lang="pt-BR">
                              <a:latin typeface="Cambria Math"/>
                            </a:rPr>
                            <m:t>min</m:t>
                          </m:r>
                        </m:fName>
                        <m:e>
                          <m:r>
                            <a:rPr lang="pt-BR" i="1">
                              <a:latin typeface="Cambria Math"/>
                            </a:rPr>
                            <m:t>𝑧</m:t>
                          </m:r>
                          <m:r>
                            <a:rPr lang="pt-BR" i="1">
                              <a:latin typeface="Cambria Math"/>
                            </a:rPr>
                            <m:t>=</m:t>
                          </m:r>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r>
                            <a:rPr lang="pt-BR" i="1">
                              <a:latin typeface="Cambria Math"/>
                            </a:rPr>
                            <m:t>𝑀</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r>
                            <a:rPr lang="pt-BR" i="1">
                              <a:latin typeface="Cambria Math"/>
                            </a:rPr>
                            <m:t>𝑀</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e>
                      </m:func>
                    </m:oMath>
                  </m:oMathPara>
                </a14:m>
                <a:endParaRPr lang="pt-BR" dirty="0"/>
              </a:p>
              <a:p>
                <a:pPr marL="0" indent="0" algn="ctr">
                  <a:buFont typeface="Arial" panose="020B0604020202020204" pitchFamily="34" charset="0"/>
                  <a:buNone/>
                </a:pPr>
                <a:r>
                  <a:rPr lang="pt-BR" i="1" dirty="0">
                    <a:latin typeface="Cambria Math"/>
                  </a:rPr>
                  <a:t>Sujeito a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r>
                        <a:rPr lang="pt-BR" i="1">
                          <a:latin typeface="Cambria Math"/>
                        </a:rPr>
                        <m:t>3</m:t>
                      </m:r>
                    </m:oMath>
                  </m:oMathPara>
                </a14:m>
                <a:endParaRPr lang="pt-BR"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r>
                        <a:rPr lang="pt-BR" i="1">
                          <a:latin typeface="Cambria Math"/>
                        </a:rPr>
                        <m:t>=</m:t>
                      </m:r>
                      <m:r>
                        <a:rPr lang="pt-BR" i="1">
                          <a:latin typeface="Cambria Math"/>
                          <a:ea typeface="Cambria Math"/>
                        </a:rPr>
                        <m:t>6</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2</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r>
                        <a:rPr lang="pt-BR" i="1">
                          <a:latin typeface="Cambria Math"/>
                          <a:ea typeface="Cambria Math"/>
                        </a:rPr>
                        <m:t>4</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r>
                        <a:rPr lang="pt-BR" i="1">
                          <a:latin typeface="Cambria Math"/>
                          <a:ea typeface="Cambria Math"/>
                        </a:rPr>
                        <m:t>≥</m:t>
                      </m:r>
                      <m:r>
                        <a:rPr lang="pt-BR" i="1">
                          <a:latin typeface="Cambria Math"/>
                          <a:ea typeface="Cambria Math"/>
                        </a:rPr>
                        <m:t>0</m:t>
                      </m:r>
                    </m:oMath>
                  </m:oMathPara>
                </a14:m>
                <a:endParaRPr lang="pt-BR" dirty="0"/>
              </a:p>
              <a:p>
                <a:pPr marL="0" indent="0">
                  <a:buFont typeface="Arial" panose="020B0604020202020204" pitchFamily="34" charset="0"/>
                  <a:buNone/>
                </a:pPr>
                <a:endParaRPr lang="pt-BR" dirty="0"/>
              </a:p>
            </p:txBody>
          </p:sp>
        </mc:Choice>
        <mc:Fallback xmlns="">
          <p:sp>
            <p:nvSpPr>
              <p:cNvPr id="7" name="Espaço Reservado para Conteúdo 8">
                <a:extLst>
                  <a:ext uri="{FF2B5EF4-FFF2-40B4-BE49-F238E27FC236}">
                    <a16:creationId xmlns:a16="http://schemas.microsoft.com/office/drawing/2014/main" id="{F95FA275-C7B6-2875-6507-5E41F7E04288}"/>
                  </a:ext>
                </a:extLst>
              </p:cNvPr>
              <p:cNvSpPr txBox="1">
                <a:spLocks noRot="1" noChangeAspect="1" noMove="1" noResize="1" noEditPoints="1" noAdjustHandles="1" noChangeArrowheads="1" noChangeShapeType="1" noTextEdit="1"/>
              </p:cNvSpPr>
              <p:nvPr/>
            </p:nvSpPr>
            <p:spPr>
              <a:xfrm>
                <a:off x="6095999" y="3330013"/>
                <a:ext cx="5203758" cy="2904408"/>
              </a:xfrm>
              <a:prstGeom prst="rect">
                <a:avLst/>
              </a:prstGeom>
              <a:blipFill>
                <a:blip r:embed="rId5"/>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3144661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72428AD-084B-60F0-3B5D-45A2EFCA85F7}"/>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E0A377FE-BE8D-1A94-66E9-DD0DC326E95C}"/>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A680AED2-1055-B859-5ACE-6FF0B26ED9B4}"/>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Exemplo</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A0737E92-B83E-D67A-F764-45D9EA846EDA}"/>
              </a:ext>
            </a:extLst>
          </p:cNvPr>
          <p:cNvSpPr txBox="1"/>
          <p:nvPr/>
        </p:nvSpPr>
        <p:spPr>
          <a:xfrm>
            <a:off x="754455" y="2366937"/>
            <a:ext cx="5341546" cy="1477328"/>
          </a:xfrm>
          <a:prstGeom prst="rect">
            <a:avLst/>
          </a:prstGeom>
        </p:spPr>
        <p:txBody>
          <a:bodyPr wrap="square" lIns="0" tIns="0" rIns="0" bIns="0" rtlCol="0" anchor="t">
            <a:spAutoFit/>
          </a:bodyPr>
          <a:lstStyle/>
          <a:p>
            <a:r>
              <a:rPr lang="pt-BR" sz="3200" b="1" dirty="0"/>
              <a:t>PPL artificial:</a:t>
            </a:r>
          </a:p>
          <a:p>
            <a:endParaRPr lang="pt-BR" sz="3200" dirty="0"/>
          </a:p>
          <a:p>
            <a:endParaRPr lang="pt-BR" sz="3200" dirty="0"/>
          </a:p>
        </p:txBody>
      </p:sp>
      <p:pic>
        <p:nvPicPr>
          <p:cNvPr id="12" name="Imagem 11" descr="Ícone&#10;&#10;O conteúdo gerado por IA pode estar incorreto.">
            <a:extLst>
              <a:ext uri="{FF2B5EF4-FFF2-40B4-BE49-F238E27FC236}">
                <a16:creationId xmlns:a16="http://schemas.microsoft.com/office/drawing/2014/main" xmlns="" id="{13CAB4F8-E34E-EAEE-6461-5E0E731835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p:sp>
        <p:nvSpPr>
          <p:cNvPr id="3" name="TextBox 6">
            <a:extLst>
              <a:ext uri="{FF2B5EF4-FFF2-40B4-BE49-F238E27FC236}">
                <a16:creationId xmlns:a16="http://schemas.microsoft.com/office/drawing/2014/main" xmlns="" id="{23E2A6C2-2808-3036-823C-8BF5237B4667}"/>
              </a:ext>
            </a:extLst>
          </p:cNvPr>
          <p:cNvSpPr txBox="1"/>
          <p:nvPr/>
        </p:nvSpPr>
        <p:spPr>
          <a:xfrm>
            <a:off x="6246565" y="1863478"/>
            <a:ext cx="6386110" cy="1969770"/>
          </a:xfrm>
          <a:prstGeom prst="rect">
            <a:avLst/>
          </a:prstGeom>
        </p:spPr>
        <p:txBody>
          <a:bodyPr wrap="square" lIns="0" tIns="0" rIns="0" bIns="0" rtlCol="0" anchor="t">
            <a:spAutoFit/>
          </a:bodyPr>
          <a:lstStyle/>
          <a:p>
            <a:r>
              <a:rPr lang="pt-BR" sz="3200" b="1" dirty="0"/>
              <a:t>PPL artificial equivalente:</a:t>
            </a:r>
          </a:p>
          <a:p>
            <a:endParaRPr lang="pt-BR" sz="3200" dirty="0"/>
          </a:p>
          <a:p>
            <a:endParaRPr lang="pt-BR" sz="3200" dirty="0"/>
          </a:p>
        </p:txBody>
      </p:sp>
      <mc:AlternateContent xmlns:mc="http://schemas.openxmlformats.org/markup-compatibility/2006" xmlns:a14="http://schemas.microsoft.com/office/drawing/2010/main">
        <mc:Choice Requires="a14">
          <p:sp>
            <p:nvSpPr>
              <p:cNvPr id="7" name="Espaço Reservado para Conteúdo 8">
                <a:extLst>
                  <a:ext uri="{FF2B5EF4-FFF2-40B4-BE49-F238E27FC236}">
                    <a16:creationId xmlns:a16="http://schemas.microsoft.com/office/drawing/2014/main" xmlns="" id="{8ACC9CC0-BAEC-C439-11F0-3957E47AFB79}"/>
                  </a:ext>
                </a:extLst>
              </p:cNvPr>
              <p:cNvSpPr txBox="1">
                <a:spLocks/>
              </p:cNvSpPr>
              <p:nvPr/>
            </p:nvSpPr>
            <p:spPr>
              <a:xfrm>
                <a:off x="515014" y="3105600"/>
                <a:ext cx="4907886" cy="2904408"/>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func>
                        <m:funcPr>
                          <m:ctrlPr>
                            <a:rPr lang="pt-BR" i="1" smtClean="0">
                              <a:latin typeface="Cambria Math"/>
                            </a:rPr>
                          </m:ctrlPr>
                        </m:funcPr>
                        <m:fName>
                          <m:r>
                            <m:rPr>
                              <m:sty m:val="p"/>
                            </m:rPr>
                            <a:rPr lang="pt-BR">
                              <a:latin typeface="Cambria Math"/>
                            </a:rPr>
                            <m:t>min</m:t>
                          </m:r>
                        </m:fName>
                        <m:e>
                          <m:r>
                            <a:rPr lang="pt-BR" i="1">
                              <a:latin typeface="Cambria Math"/>
                            </a:rPr>
                            <m:t>𝑧</m:t>
                          </m:r>
                          <m:r>
                            <a:rPr lang="pt-BR" i="1">
                              <a:latin typeface="Cambria Math"/>
                            </a:rPr>
                            <m:t>=</m:t>
                          </m:r>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r>
                            <a:rPr lang="pt-BR" i="1">
                              <a:latin typeface="Cambria Math"/>
                            </a:rPr>
                            <m:t>𝑀</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r>
                            <a:rPr lang="pt-BR" i="1">
                              <a:latin typeface="Cambria Math"/>
                            </a:rPr>
                            <m:t>𝑀</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e>
                      </m:func>
                    </m:oMath>
                  </m:oMathPara>
                </a14:m>
                <a:endParaRPr lang="pt-BR" dirty="0"/>
              </a:p>
              <a:p>
                <a:pPr marL="0" indent="0" algn="ctr">
                  <a:buFont typeface="Arial" panose="020B0604020202020204" pitchFamily="34" charset="0"/>
                  <a:buNone/>
                </a:pPr>
                <a:r>
                  <a:rPr lang="pt-BR" i="1" dirty="0">
                    <a:latin typeface="Cambria Math"/>
                  </a:rPr>
                  <a:t>Sujeito a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r>
                        <a:rPr lang="pt-BR" i="1">
                          <a:latin typeface="Cambria Math"/>
                        </a:rPr>
                        <m:t>3</m:t>
                      </m:r>
                    </m:oMath>
                  </m:oMathPara>
                </a14:m>
                <a:endParaRPr lang="pt-BR"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r>
                        <a:rPr lang="pt-BR" i="1">
                          <a:latin typeface="Cambria Math"/>
                        </a:rPr>
                        <m:t>=</m:t>
                      </m:r>
                      <m:r>
                        <a:rPr lang="pt-BR" i="1">
                          <a:latin typeface="Cambria Math"/>
                          <a:ea typeface="Cambria Math"/>
                        </a:rPr>
                        <m:t>6</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2</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r>
                        <a:rPr lang="pt-BR" i="1">
                          <a:latin typeface="Cambria Math"/>
                          <a:ea typeface="Cambria Math"/>
                        </a:rPr>
                        <m:t>4</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r>
                        <a:rPr lang="pt-BR" i="1">
                          <a:latin typeface="Cambria Math"/>
                          <a:ea typeface="Cambria Math"/>
                        </a:rPr>
                        <m:t>≥</m:t>
                      </m:r>
                      <m:r>
                        <a:rPr lang="pt-BR" i="1">
                          <a:latin typeface="Cambria Math"/>
                          <a:ea typeface="Cambria Math"/>
                        </a:rPr>
                        <m:t>0</m:t>
                      </m:r>
                    </m:oMath>
                  </m:oMathPara>
                </a14:m>
                <a:endParaRPr lang="pt-BR" dirty="0"/>
              </a:p>
              <a:p>
                <a:pPr marL="0" indent="0">
                  <a:buFont typeface="Arial" panose="020B0604020202020204" pitchFamily="34" charset="0"/>
                  <a:buNone/>
                </a:pPr>
                <a:endParaRPr lang="pt-BR" dirty="0"/>
              </a:p>
            </p:txBody>
          </p:sp>
        </mc:Choice>
        <mc:Fallback xmlns="">
          <p:sp>
            <p:nvSpPr>
              <p:cNvPr id="7" name="Espaço Reservado para Conteúdo 8">
                <a:extLst>
                  <a:ext uri="{FF2B5EF4-FFF2-40B4-BE49-F238E27FC236}">
                    <a16:creationId xmlns:a16="http://schemas.microsoft.com/office/drawing/2014/main" id="{8ACC9CC0-BAEC-C439-11F0-3957E47AFB79}"/>
                  </a:ext>
                </a:extLst>
              </p:cNvPr>
              <p:cNvSpPr txBox="1">
                <a:spLocks noRot="1" noChangeAspect="1" noMove="1" noResize="1" noEditPoints="1" noAdjustHandles="1" noChangeArrowheads="1" noChangeShapeType="1" noTextEdit="1"/>
              </p:cNvSpPr>
              <p:nvPr/>
            </p:nvSpPr>
            <p:spPr>
              <a:xfrm>
                <a:off x="515014" y="3105600"/>
                <a:ext cx="4907886" cy="2904408"/>
              </a:xfrm>
              <a:prstGeom prst="rect">
                <a:avLst/>
              </a:prstGeom>
              <a:blipFill>
                <a:blip r:embed="rId4"/>
                <a:stretch>
                  <a:fillRect l="-496" r="-49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 name="Espaço Reservado para Conteúdo 8">
                <a:extLst>
                  <a:ext uri="{FF2B5EF4-FFF2-40B4-BE49-F238E27FC236}">
                    <a16:creationId xmlns:a16="http://schemas.microsoft.com/office/drawing/2014/main" xmlns="" id="{2985C3D6-1104-C8E9-8B49-DD943BCBC4D5}"/>
                  </a:ext>
                </a:extLst>
              </p:cNvPr>
              <p:cNvSpPr txBox="1">
                <a:spLocks/>
              </p:cNvSpPr>
              <p:nvPr/>
            </p:nvSpPr>
            <p:spPr>
              <a:xfrm>
                <a:off x="6095999" y="3105600"/>
                <a:ext cx="5341546" cy="2904408"/>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func>
                        <m:funcPr>
                          <m:ctrlPr>
                            <a:rPr lang="pt-BR" i="1" smtClean="0">
                              <a:latin typeface="Cambria Math"/>
                            </a:rPr>
                          </m:ctrlPr>
                        </m:funcPr>
                        <m:fName>
                          <m:r>
                            <m:rPr>
                              <m:sty m:val="p"/>
                            </m:rPr>
                            <a:rPr lang="pt-BR">
                              <a:latin typeface="Cambria Math"/>
                            </a:rPr>
                            <m:t>m</m:t>
                          </m:r>
                          <m:r>
                            <a:rPr lang="pt-BR" i="1">
                              <a:latin typeface="Cambria Math" panose="02040503050406030204" pitchFamily="18" charset="0"/>
                            </a:rPr>
                            <m:t>𝑎𝑥</m:t>
                          </m:r>
                        </m:fName>
                        <m:e>
                          <m:r>
                            <a:rPr lang="pt-BR" i="1">
                              <a:latin typeface="Cambria Math" panose="02040503050406030204" pitchFamily="18" charset="0"/>
                            </a:rPr>
                            <m:t>−</m:t>
                          </m:r>
                          <m:r>
                            <a:rPr lang="pt-BR" i="1">
                              <a:latin typeface="Cambria Math"/>
                            </a:rPr>
                            <m:t>𝑧</m:t>
                          </m:r>
                          <m:r>
                            <a:rPr lang="pt-BR" i="1">
                              <a:latin typeface="Cambria Math"/>
                            </a:rPr>
                            <m:t>=−</m:t>
                          </m:r>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panose="02040503050406030204" pitchFamily="18" charset="0"/>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panose="02040503050406030204" pitchFamily="18" charset="0"/>
                            </a:rPr>
                            <m:t>− </m:t>
                          </m:r>
                          <m:r>
                            <a:rPr lang="pt-BR" i="1">
                              <a:latin typeface="Cambria Math"/>
                            </a:rPr>
                            <m:t>𝑀</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panose="02040503050406030204" pitchFamily="18" charset="0"/>
                            </a:rPr>
                            <m:t>−</m:t>
                          </m:r>
                          <m:r>
                            <a:rPr lang="pt-BR" i="1">
                              <a:latin typeface="Cambria Math"/>
                            </a:rPr>
                            <m:t>𝑀</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e>
                      </m:func>
                    </m:oMath>
                  </m:oMathPara>
                </a14:m>
                <a:endParaRPr lang="pt-BR" dirty="0"/>
              </a:p>
              <a:p>
                <a:pPr marL="0" indent="0" algn="ctr">
                  <a:buFont typeface="Arial" panose="020B0604020202020204" pitchFamily="34" charset="0"/>
                  <a:buNone/>
                </a:pPr>
                <a:r>
                  <a:rPr lang="pt-BR" i="1" dirty="0">
                    <a:latin typeface="Cambria Math"/>
                  </a:rPr>
                  <a:t>Sujeito a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r>
                        <a:rPr lang="pt-BR" i="1">
                          <a:latin typeface="Cambria Math"/>
                        </a:rPr>
                        <m:t>3</m:t>
                      </m:r>
                    </m:oMath>
                  </m:oMathPara>
                </a14:m>
                <a:endParaRPr lang="pt-BR"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r>
                        <a:rPr lang="pt-BR" i="1">
                          <a:latin typeface="Cambria Math"/>
                        </a:rPr>
                        <m:t>=</m:t>
                      </m:r>
                      <m:r>
                        <a:rPr lang="pt-BR" i="1">
                          <a:latin typeface="Cambria Math"/>
                          <a:ea typeface="Cambria Math"/>
                        </a:rPr>
                        <m:t>6</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2</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r>
                        <a:rPr lang="pt-BR" i="1">
                          <a:latin typeface="Cambria Math"/>
                          <a:ea typeface="Cambria Math"/>
                        </a:rPr>
                        <m:t>4</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r>
                        <a:rPr lang="pt-BR" i="1">
                          <a:latin typeface="Cambria Math"/>
                          <a:ea typeface="Cambria Math"/>
                        </a:rPr>
                        <m:t>≥</m:t>
                      </m:r>
                      <m:r>
                        <a:rPr lang="pt-BR" i="1">
                          <a:latin typeface="Cambria Math"/>
                          <a:ea typeface="Cambria Math"/>
                        </a:rPr>
                        <m:t>0</m:t>
                      </m:r>
                    </m:oMath>
                  </m:oMathPara>
                </a14:m>
                <a:endParaRPr lang="pt-BR" dirty="0"/>
              </a:p>
              <a:p>
                <a:pPr marL="0" indent="0">
                  <a:buFont typeface="Arial" panose="020B0604020202020204" pitchFamily="34" charset="0"/>
                  <a:buNone/>
                </a:pPr>
                <a:endParaRPr lang="pt-BR" dirty="0"/>
              </a:p>
            </p:txBody>
          </p:sp>
        </mc:Choice>
        <mc:Fallback xmlns="">
          <p:sp>
            <p:nvSpPr>
              <p:cNvPr id="2" name="Espaço Reservado para Conteúdo 8">
                <a:extLst>
                  <a:ext uri="{FF2B5EF4-FFF2-40B4-BE49-F238E27FC236}">
                    <a16:creationId xmlns:a16="http://schemas.microsoft.com/office/drawing/2014/main" id="{2985C3D6-1104-C8E9-8B49-DD943BCBC4D5}"/>
                  </a:ext>
                </a:extLst>
              </p:cNvPr>
              <p:cNvSpPr txBox="1">
                <a:spLocks noRot="1" noChangeAspect="1" noMove="1" noResize="1" noEditPoints="1" noAdjustHandles="1" noChangeArrowheads="1" noChangeShapeType="1" noTextEdit="1"/>
              </p:cNvSpPr>
              <p:nvPr/>
            </p:nvSpPr>
            <p:spPr>
              <a:xfrm>
                <a:off x="6095999" y="3105600"/>
                <a:ext cx="5341546" cy="2904408"/>
              </a:xfrm>
              <a:prstGeom prst="rect">
                <a:avLst/>
              </a:prstGeom>
              <a:blipFill>
                <a:blip r:embed="rId5"/>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722533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9746736-D31C-4900-1DEB-DD1201B298E3}"/>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B372BAE3-CB09-D6CB-A87A-3462222237C5}"/>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11D7A5C1-F90B-C26F-2283-E8B48751D61F}"/>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Tabela Simplex inicial do Big-M</a:t>
            </a:r>
            <a:endParaRPr lang="en-US" sz="5230" b="1" spc="-219" dirty="0">
              <a:solidFill>
                <a:schemeClr val="tx2">
                  <a:lumMod val="75000"/>
                </a:schemeClr>
              </a:solidFill>
              <a:latin typeface="Hagrid Text Bold"/>
              <a:ea typeface="Hagrid Text Bold"/>
              <a:cs typeface="Hagrid Text Bold"/>
              <a:sym typeface="Hagrid Text Bold"/>
            </a:endParaRPr>
          </a:p>
        </p:txBody>
      </p:sp>
      <p:pic>
        <p:nvPicPr>
          <p:cNvPr id="12" name="Imagem 11" descr="Ícone&#10;&#10;O conteúdo gerado por IA pode estar incorreto.">
            <a:extLst>
              <a:ext uri="{FF2B5EF4-FFF2-40B4-BE49-F238E27FC236}">
                <a16:creationId xmlns:a16="http://schemas.microsoft.com/office/drawing/2014/main" xmlns="" id="{E0BB87E2-ACE9-F5BF-4A53-4D42235B10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mc:AlternateContent xmlns:mc="http://schemas.openxmlformats.org/markup-compatibility/2006">
        <mc:Choice xmlns:a14="http://schemas.microsoft.com/office/drawing/2010/main" Requires="a14">
          <p:graphicFrame>
            <p:nvGraphicFramePr>
              <p:cNvPr id="4" name="Tabela 1">
                <a:extLst>
                  <a:ext uri="{FF2B5EF4-FFF2-40B4-BE49-F238E27FC236}">
                    <a16:creationId xmlns:a16="http://schemas.microsoft.com/office/drawing/2014/main" xmlns="" id="{2D217515-1ED1-3CAD-19E2-FAE3F31349D0}"/>
                  </a:ext>
                </a:extLst>
              </p:cNvPr>
              <p:cNvGraphicFramePr>
                <a:graphicFrameLocks noGrp="1"/>
              </p:cNvGraphicFramePr>
              <p:nvPr>
                <p:extLst>
                  <p:ext uri="{D42A27DB-BD31-4B8C-83A1-F6EECF244321}">
                    <p14:modId xmlns:p14="http://schemas.microsoft.com/office/powerpoint/2010/main" val="2634190881"/>
                  </p:ext>
                </p:extLst>
              </p:nvPr>
            </p:nvGraphicFramePr>
            <p:xfrm>
              <a:off x="1929481" y="1608388"/>
              <a:ext cx="8178800" cy="3652352"/>
            </p:xfrm>
            <a:graphic>
              <a:graphicData uri="http://schemas.openxmlformats.org/drawingml/2006/table">
                <a:tbl>
                  <a:tblPr firstRow="1" bandRow="1">
                    <a:tableStyleId>{5C22544A-7EE6-4342-B048-85BDC9FD1C3A}</a:tableStyleId>
                  </a:tblPr>
                  <a:tblGrid>
                    <a:gridCol w="1022350">
                      <a:extLst>
                        <a:ext uri="{9D8B030D-6E8A-4147-A177-3AD203B41FA5}">
                          <a16:colId xmlns:a16="http://schemas.microsoft.com/office/drawing/2014/main" xmlns="" val="194499480"/>
                        </a:ext>
                      </a:extLst>
                    </a:gridCol>
                    <a:gridCol w="1022350">
                      <a:extLst>
                        <a:ext uri="{9D8B030D-6E8A-4147-A177-3AD203B41FA5}">
                          <a16:colId xmlns:a16="http://schemas.microsoft.com/office/drawing/2014/main" xmlns="" val="3239068335"/>
                        </a:ext>
                      </a:extLst>
                    </a:gridCol>
                    <a:gridCol w="1022350">
                      <a:extLst>
                        <a:ext uri="{9D8B030D-6E8A-4147-A177-3AD203B41FA5}">
                          <a16:colId xmlns:a16="http://schemas.microsoft.com/office/drawing/2014/main" xmlns="" val="3707295783"/>
                        </a:ext>
                      </a:extLst>
                    </a:gridCol>
                    <a:gridCol w="1022350">
                      <a:extLst>
                        <a:ext uri="{9D8B030D-6E8A-4147-A177-3AD203B41FA5}">
                          <a16:colId xmlns:a16="http://schemas.microsoft.com/office/drawing/2014/main" xmlns="" val="318886580"/>
                        </a:ext>
                      </a:extLst>
                    </a:gridCol>
                    <a:gridCol w="1022350">
                      <a:extLst>
                        <a:ext uri="{9D8B030D-6E8A-4147-A177-3AD203B41FA5}">
                          <a16:colId xmlns:a16="http://schemas.microsoft.com/office/drawing/2014/main" xmlns="" val="4049606609"/>
                        </a:ext>
                      </a:extLst>
                    </a:gridCol>
                    <a:gridCol w="1022350">
                      <a:extLst>
                        <a:ext uri="{9D8B030D-6E8A-4147-A177-3AD203B41FA5}">
                          <a16:colId xmlns:a16="http://schemas.microsoft.com/office/drawing/2014/main" xmlns="" val="821043363"/>
                        </a:ext>
                      </a:extLst>
                    </a:gridCol>
                    <a:gridCol w="1022350">
                      <a:extLst>
                        <a:ext uri="{9D8B030D-6E8A-4147-A177-3AD203B41FA5}">
                          <a16:colId xmlns:a16="http://schemas.microsoft.com/office/drawing/2014/main" xmlns="" val="1642525029"/>
                        </a:ext>
                      </a:extLst>
                    </a:gridCol>
                    <a:gridCol w="1022350">
                      <a:extLst>
                        <a:ext uri="{9D8B030D-6E8A-4147-A177-3AD203B41FA5}">
                          <a16:colId xmlns:a16="http://schemas.microsoft.com/office/drawing/2014/main" xmlns="" val="1236862271"/>
                        </a:ext>
                      </a:extLst>
                    </a:gridCol>
                  </a:tblGrid>
                  <a:tr h="722444">
                    <a:tc>
                      <a:txBody>
                        <a:bodyPr/>
                        <a:lstStyle/>
                        <a:p>
                          <a:r>
                            <a:rPr lang="pt-BR" sz="3200" b="1" kern="1200" dirty="0">
                              <a:solidFill>
                                <a:schemeClr val="tx1"/>
                              </a:solidFill>
                              <a:latin typeface="+mn-lt"/>
                              <a:ea typeface="+mn-ea"/>
                              <a:cs typeface="+mn-cs"/>
                            </a:rPr>
                            <a:t>V.B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a:rPr>
                                    </m:ctrlPr>
                                  </m:sSubPr>
                                  <m:e>
                                    <m:r>
                                      <a:rPr lang="pt-BR" b="0" smtClean="0">
                                        <a:latin typeface="Cambria Math"/>
                                      </a:rPr>
                                      <m:t>𝑥</m:t>
                                    </m:r>
                                  </m:e>
                                  <m:sub>
                                    <m:r>
                                      <a:rPr lang="pt-BR" b="0" smtClean="0">
                                        <a:latin typeface="Cambria Math"/>
                                      </a:rPr>
                                      <m:t>1</m:t>
                                    </m:r>
                                  </m:sub>
                                </m:sSub>
                              </m:oMath>
                            </m:oMathPara>
                          </a14:m>
                          <a:endParaRPr lang="pt-BR"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a:rPr>
                                    </m:ctrlPr>
                                  </m:sSubPr>
                                  <m:e>
                                    <m:r>
                                      <a:rPr lang="pt-BR" b="0" smtClean="0">
                                        <a:latin typeface="Cambria Math"/>
                                      </a:rPr>
                                      <m:t>𝑥</m:t>
                                    </m:r>
                                  </m:e>
                                  <m:sub>
                                    <m:r>
                                      <a:rPr lang="pt-BR" b="0" smtClean="0">
                                        <a:latin typeface="Cambria Math"/>
                                      </a:rPr>
                                      <m:t>2</m:t>
                                    </m:r>
                                  </m:sub>
                                </m:sSub>
                              </m:oMath>
                            </m:oMathPara>
                          </a14:m>
                          <a:endParaRPr lang="pt-BR"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a:rPr>
                                    </m:ctrlPr>
                                  </m:sSubPr>
                                  <m:e>
                                    <m:r>
                                      <a:rPr lang="pt-BR" b="0" smtClean="0">
                                        <a:latin typeface="Cambria Math"/>
                                      </a:rPr>
                                      <m:t>𝑥</m:t>
                                    </m:r>
                                  </m:e>
                                  <m:sub>
                                    <m:r>
                                      <a:rPr lang="pt-BR" b="0" smtClean="0">
                                        <a:latin typeface="Cambria Math"/>
                                      </a:rPr>
                                      <m:t>3</m:t>
                                    </m:r>
                                  </m:sub>
                                </m:sSub>
                              </m:oMath>
                            </m:oMathPara>
                          </a14:m>
                          <a:endParaRPr lang="pt-BR"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a:rPr>
                                    </m:ctrlPr>
                                  </m:sSubPr>
                                  <m:e>
                                    <m:r>
                                      <a:rPr lang="pt-BR" b="0" smtClean="0">
                                        <a:latin typeface="Cambria Math"/>
                                      </a:rPr>
                                      <m:t>𝑥</m:t>
                                    </m:r>
                                  </m:e>
                                  <m:sub>
                                    <m:r>
                                      <a:rPr lang="pt-BR" b="0" smtClean="0">
                                        <a:latin typeface="Cambria Math"/>
                                      </a:rPr>
                                      <m:t>4</m:t>
                                    </m:r>
                                  </m:sub>
                                </m:sSub>
                              </m:oMath>
                            </m:oMathPara>
                          </a14:m>
                          <a:endParaRPr lang="pt-BR" dirty="0"/>
                        </a:p>
                      </a:txBody>
                      <a:tcPr/>
                    </a:tc>
                    <a:tc>
                      <a:txBody>
                        <a:bodyPr/>
                        <a:lstStyle/>
                        <a:p>
                          <a:pPr/>
                          <a14:m>
                            <m:oMathPara xmlns:m="http://schemas.openxmlformats.org/officeDocument/2006/math">
                              <m:oMathParaPr>
                                <m:jc m:val="centerGroup"/>
                              </m:oMathParaPr>
                              <m:oMath xmlns:m="http://schemas.openxmlformats.org/officeDocument/2006/math">
                                <m:acc>
                                  <m:accPr>
                                    <m:chr m:val="̅"/>
                                    <m:ctrlPr>
                                      <a:rPr lang="pt-BR" b="0" i="1" smtClean="0">
                                        <a:latin typeface="Cambria Math"/>
                                      </a:rPr>
                                    </m:ctrlPr>
                                  </m:accPr>
                                  <m:e>
                                    <m:sSub>
                                      <m:sSubPr>
                                        <m:ctrlPr>
                                          <a:rPr lang="pt-BR" b="0" i="1" smtClean="0">
                                            <a:latin typeface="Cambria Math"/>
                                          </a:rPr>
                                        </m:ctrlPr>
                                      </m:sSubPr>
                                      <m:e>
                                        <m:r>
                                          <a:rPr lang="pt-BR" b="0" smtClean="0">
                                            <a:latin typeface="Cambria Math"/>
                                          </a:rPr>
                                          <m:t>𝑥</m:t>
                                        </m:r>
                                      </m:e>
                                      <m:sub>
                                        <m:r>
                                          <a:rPr lang="pt-BR" b="0" smtClean="0">
                                            <a:latin typeface="Cambria Math"/>
                                          </a:rPr>
                                          <m:t>5</m:t>
                                        </m:r>
                                      </m:sub>
                                    </m:sSub>
                                  </m:e>
                                </m:acc>
                              </m:oMath>
                            </m:oMathPara>
                          </a14:m>
                          <a:endParaRPr lang="pt-BR" dirty="0"/>
                        </a:p>
                      </a:txBody>
                      <a:tcPr/>
                    </a:tc>
                    <a:tc>
                      <a:txBody>
                        <a:bodyPr/>
                        <a:lstStyle/>
                        <a:p>
                          <a:pPr/>
                          <a14:m>
                            <m:oMathPara xmlns:m="http://schemas.openxmlformats.org/officeDocument/2006/math">
                              <m:oMathParaPr>
                                <m:jc m:val="centerGroup"/>
                              </m:oMathParaPr>
                              <m:oMath xmlns:m="http://schemas.openxmlformats.org/officeDocument/2006/math">
                                <m:acc>
                                  <m:accPr>
                                    <m:chr m:val="̅"/>
                                    <m:ctrlPr>
                                      <a:rPr lang="pt-BR" b="0" i="1" smtClean="0">
                                        <a:latin typeface="Cambria Math"/>
                                      </a:rPr>
                                    </m:ctrlPr>
                                  </m:accPr>
                                  <m:e>
                                    <m:sSub>
                                      <m:sSubPr>
                                        <m:ctrlPr>
                                          <a:rPr lang="pt-BR" b="0" i="1" smtClean="0">
                                            <a:latin typeface="Cambria Math"/>
                                          </a:rPr>
                                        </m:ctrlPr>
                                      </m:sSubPr>
                                      <m:e>
                                        <m:r>
                                          <a:rPr lang="pt-BR" b="0" smtClean="0">
                                            <a:latin typeface="Cambria Math"/>
                                          </a:rPr>
                                          <m:t>𝑥</m:t>
                                        </m:r>
                                      </m:e>
                                      <m:sub>
                                        <m:r>
                                          <a:rPr lang="pt-BR" b="0" smtClean="0">
                                            <a:latin typeface="Cambria Math"/>
                                          </a:rPr>
                                          <m:t>6</m:t>
                                        </m:r>
                                      </m:sub>
                                    </m:sSub>
                                  </m:e>
                                </m:acc>
                              </m:oMath>
                            </m:oMathPara>
                          </a14:m>
                          <a:endParaRPr lang="pt-BR" dirty="0"/>
                        </a:p>
                      </a:txBody>
                      <a:tcPr/>
                    </a:tc>
                    <a:tc>
                      <a:txBody>
                        <a:bodyPr/>
                        <a:lstStyle/>
                        <a:p>
                          <a:r>
                            <a:rPr lang="pt-BR" dirty="0"/>
                            <a:t>RHS</a:t>
                          </a:r>
                        </a:p>
                      </a:txBody>
                      <a:tcPr/>
                    </a:tc>
                    <a:extLst>
                      <a:ext uri="{0D108BD9-81ED-4DB2-BD59-A6C34878D82A}">
                        <a16:rowId xmlns:a16="http://schemas.microsoft.com/office/drawing/2014/main" xmlns="" val="1803164676"/>
                      </a:ext>
                    </a:extLst>
                  </a:tr>
                  <a:tr h="732477">
                    <a:tc>
                      <a:txBody>
                        <a:bodyPr/>
                        <a:lstStyle/>
                        <a:p>
                          <a:pPr algn="ctr"/>
                          <a:r>
                            <a:rPr lang="pt-BR">
                              <a:solidFill>
                                <a:srgbClr val="FF0000"/>
                              </a:solidFill>
                            </a:rPr>
                            <a:t>-z</a:t>
                          </a:r>
                          <a:endParaRPr lang="pt-BR" dirty="0">
                            <a:solidFill>
                              <a:srgbClr val="FF0000"/>
                            </a:solidFill>
                          </a:endParaRPr>
                        </a:p>
                      </a:txBody>
                      <a:tcPr/>
                    </a:tc>
                    <a:tc>
                      <a:txBody>
                        <a:bodyPr/>
                        <a:lstStyle/>
                        <a:p>
                          <a:pPr algn="ctr"/>
                          <a:r>
                            <a:rPr lang="pt-BR" dirty="0">
                              <a:solidFill>
                                <a:srgbClr val="FF0000"/>
                              </a:solidFill>
                            </a:rPr>
                            <a:t>4</a:t>
                          </a:r>
                        </a:p>
                      </a:txBody>
                      <a:tcPr/>
                    </a:tc>
                    <a:tc>
                      <a:txBody>
                        <a:bodyPr/>
                        <a:lstStyle/>
                        <a:p>
                          <a:pPr algn="ctr"/>
                          <a:r>
                            <a:rPr lang="pt-BR" dirty="0">
                              <a:solidFill>
                                <a:srgbClr val="FF0000"/>
                              </a:solidFill>
                            </a:rPr>
                            <a:t>1</a:t>
                          </a:r>
                        </a:p>
                      </a:txBody>
                      <a:tcPr/>
                    </a:tc>
                    <a:tc>
                      <a:txBody>
                        <a:bodyPr/>
                        <a:lstStyle/>
                        <a:p>
                          <a:pPr algn="ctr"/>
                          <a:r>
                            <a:rPr lang="pt-BR" dirty="0">
                              <a:solidFill>
                                <a:srgbClr val="FF0000"/>
                              </a:solidFill>
                            </a:rPr>
                            <a:t>0</a:t>
                          </a:r>
                        </a:p>
                      </a:txBody>
                      <a:tcPr/>
                    </a:tc>
                    <a:tc>
                      <a:txBody>
                        <a:bodyPr/>
                        <a:lstStyle/>
                        <a:p>
                          <a:pPr algn="ctr"/>
                          <a:r>
                            <a:rPr lang="pt-BR" dirty="0">
                              <a:solidFill>
                                <a:srgbClr val="FF0000"/>
                              </a:solidFill>
                            </a:rPr>
                            <a:t>0 </a:t>
                          </a:r>
                        </a:p>
                      </a:txBody>
                      <a:tcPr/>
                    </a:tc>
                    <a:tc>
                      <a:txBody>
                        <a:bodyPr/>
                        <a:lstStyle/>
                        <a:p>
                          <a:pPr algn="ctr"/>
                          <a:r>
                            <a:rPr lang="pt-BR" dirty="0">
                              <a:solidFill>
                                <a:srgbClr val="FF0000"/>
                              </a:solidFill>
                            </a:rPr>
                            <a:t>M</a:t>
                          </a:r>
                        </a:p>
                      </a:txBody>
                      <a:tcPr/>
                    </a:tc>
                    <a:tc>
                      <a:txBody>
                        <a:bodyPr/>
                        <a:lstStyle/>
                        <a:p>
                          <a:pPr algn="ctr"/>
                          <a:r>
                            <a:rPr lang="pt-BR" dirty="0">
                              <a:solidFill>
                                <a:srgbClr val="FF0000"/>
                              </a:solidFill>
                            </a:rPr>
                            <a:t>M</a:t>
                          </a:r>
                        </a:p>
                      </a:txBody>
                      <a:tcPr/>
                    </a:tc>
                    <a:tc>
                      <a:txBody>
                        <a:bodyPr/>
                        <a:lstStyle/>
                        <a:p>
                          <a:pPr algn="ctr"/>
                          <a:r>
                            <a:rPr lang="pt-BR" dirty="0">
                              <a:solidFill>
                                <a:srgbClr val="FF0000"/>
                              </a:solidFill>
                            </a:rPr>
                            <a:t>0</a:t>
                          </a:r>
                        </a:p>
                      </a:txBody>
                      <a:tcPr/>
                    </a:tc>
                    <a:extLst>
                      <a:ext uri="{0D108BD9-81ED-4DB2-BD59-A6C34878D82A}">
                        <a16:rowId xmlns:a16="http://schemas.microsoft.com/office/drawing/2014/main" xmlns="" val="2503180970"/>
                      </a:ext>
                    </a:extLst>
                  </a:tr>
                  <a:tr h="732477">
                    <a:tc>
                      <a:txBody>
                        <a:bodyPr/>
                        <a:lstStyle/>
                        <a:p>
                          <a:pPr algn="ctr"/>
                          <a14:m>
                            <m:oMathPara xmlns:m="http://schemas.openxmlformats.org/officeDocument/2006/math">
                              <m:oMathParaPr>
                                <m:jc m:val="centerGroup"/>
                              </m:oMathParaPr>
                              <m:oMath xmlns:m="http://schemas.openxmlformats.org/officeDocument/2006/math">
                                <m:acc>
                                  <m:accPr>
                                    <m:chr m:val="̅"/>
                                    <m:ctrlPr>
                                      <a:rPr lang="pt-BR" b="0" i="1" smtClean="0">
                                        <a:latin typeface="Cambria Math"/>
                                      </a:rPr>
                                    </m:ctrlPr>
                                  </m:accPr>
                                  <m:e>
                                    <m:sSub>
                                      <m:sSubPr>
                                        <m:ctrlPr>
                                          <a:rPr lang="pt-BR" b="0" i="1" smtClean="0">
                                            <a:latin typeface="Cambria Math"/>
                                          </a:rPr>
                                        </m:ctrlPr>
                                      </m:sSubPr>
                                      <m:e>
                                        <m:r>
                                          <a:rPr lang="pt-BR" b="0" smtClean="0">
                                            <a:latin typeface="Cambria Math"/>
                                          </a:rPr>
                                          <m:t>𝑥</m:t>
                                        </m:r>
                                      </m:e>
                                      <m:sub>
                                        <m:r>
                                          <a:rPr lang="pt-BR" b="0" smtClean="0">
                                            <a:latin typeface="Cambria Math"/>
                                          </a:rPr>
                                          <m:t>5</m:t>
                                        </m:r>
                                      </m:sub>
                                    </m:sSub>
                                  </m:e>
                                </m:acc>
                              </m:oMath>
                            </m:oMathPara>
                          </a14:m>
                          <a:endParaRPr lang="pt-BR" dirty="0"/>
                        </a:p>
                      </a:txBody>
                      <a:tcPr/>
                    </a:tc>
                    <a:tc>
                      <a:txBody>
                        <a:bodyPr/>
                        <a:lstStyle/>
                        <a:p>
                          <a:pPr algn="ctr"/>
                          <a:r>
                            <a:rPr lang="pt-BR" dirty="0"/>
                            <a:t>3</a:t>
                          </a:r>
                        </a:p>
                      </a:txBody>
                      <a:tcPr/>
                    </a:tc>
                    <a:tc>
                      <a:txBody>
                        <a:bodyPr/>
                        <a:lstStyle/>
                        <a:p>
                          <a:pPr algn="ctr"/>
                          <a:r>
                            <a:rPr lang="pt-BR" dirty="0"/>
                            <a:t>1</a:t>
                          </a:r>
                        </a:p>
                      </a:txBody>
                      <a:tcPr/>
                    </a:tc>
                    <a:tc>
                      <a:txBody>
                        <a:bodyPr/>
                        <a:lstStyle/>
                        <a:p>
                          <a:pPr algn="ctr"/>
                          <a:r>
                            <a:rPr lang="pt-BR" dirty="0"/>
                            <a:t>0</a:t>
                          </a:r>
                        </a:p>
                      </a:txBody>
                      <a:tcPr/>
                    </a:tc>
                    <a:tc>
                      <a:txBody>
                        <a:bodyPr/>
                        <a:lstStyle/>
                        <a:p>
                          <a:pPr algn="ctr"/>
                          <a:r>
                            <a:rPr lang="pt-BR" dirty="0">
                              <a:solidFill>
                                <a:srgbClr val="0070C0"/>
                              </a:solidFill>
                            </a:rPr>
                            <a:t>0</a:t>
                          </a:r>
                        </a:p>
                      </a:txBody>
                      <a:tcPr/>
                    </a:tc>
                    <a:tc>
                      <a:txBody>
                        <a:bodyPr/>
                        <a:lstStyle/>
                        <a:p>
                          <a:pPr algn="ctr"/>
                          <a:r>
                            <a:rPr lang="pt-BR" dirty="0">
                              <a:solidFill>
                                <a:srgbClr val="0070C0"/>
                              </a:solidFill>
                            </a:rPr>
                            <a:t>1</a:t>
                          </a:r>
                        </a:p>
                      </a:txBody>
                      <a:tcPr/>
                    </a:tc>
                    <a:tc>
                      <a:txBody>
                        <a:bodyPr/>
                        <a:lstStyle/>
                        <a:p>
                          <a:pPr algn="ctr"/>
                          <a:r>
                            <a:rPr lang="pt-BR" dirty="0">
                              <a:solidFill>
                                <a:srgbClr val="0070C0"/>
                              </a:solidFill>
                            </a:rPr>
                            <a:t>0</a:t>
                          </a:r>
                        </a:p>
                      </a:txBody>
                      <a:tcPr/>
                    </a:tc>
                    <a:tc>
                      <a:txBody>
                        <a:bodyPr/>
                        <a:lstStyle/>
                        <a:p>
                          <a:pPr algn="ctr"/>
                          <a:r>
                            <a:rPr lang="pt-BR" dirty="0"/>
                            <a:t>3</a:t>
                          </a:r>
                        </a:p>
                      </a:txBody>
                      <a:tcPr/>
                    </a:tc>
                    <a:extLst>
                      <a:ext uri="{0D108BD9-81ED-4DB2-BD59-A6C34878D82A}">
                        <a16:rowId xmlns:a16="http://schemas.microsoft.com/office/drawing/2014/main" xmlns="" val="100013666"/>
                      </a:ext>
                    </a:extLst>
                  </a:tr>
                  <a:tr h="732477">
                    <a:tc>
                      <a:txBody>
                        <a:bodyPr/>
                        <a:lstStyle/>
                        <a:p>
                          <a:pPr algn="ctr"/>
                          <a14:m>
                            <m:oMathPara xmlns:m="http://schemas.openxmlformats.org/officeDocument/2006/math">
                              <m:oMathParaPr>
                                <m:jc m:val="centerGroup"/>
                              </m:oMathParaPr>
                              <m:oMath xmlns:m="http://schemas.openxmlformats.org/officeDocument/2006/math">
                                <m:acc>
                                  <m:accPr>
                                    <m:chr m:val="̅"/>
                                    <m:ctrlPr>
                                      <a:rPr lang="pt-BR" b="0" i="1" smtClean="0">
                                        <a:latin typeface="Cambria Math"/>
                                      </a:rPr>
                                    </m:ctrlPr>
                                  </m:accPr>
                                  <m:e>
                                    <m:sSub>
                                      <m:sSubPr>
                                        <m:ctrlPr>
                                          <a:rPr lang="pt-BR" b="0" i="1" smtClean="0">
                                            <a:latin typeface="Cambria Math"/>
                                          </a:rPr>
                                        </m:ctrlPr>
                                      </m:sSubPr>
                                      <m:e>
                                        <m:r>
                                          <a:rPr lang="pt-BR" b="0" smtClean="0">
                                            <a:latin typeface="Cambria Math"/>
                                          </a:rPr>
                                          <m:t>𝑥</m:t>
                                        </m:r>
                                      </m:e>
                                      <m:sub>
                                        <m:r>
                                          <a:rPr lang="pt-BR" b="0" smtClean="0">
                                            <a:latin typeface="Cambria Math"/>
                                          </a:rPr>
                                          <m:t>6</m:t>
                                        </m:r>
                                      </m:sub>
                                    </m:sSub>
                                  </m:e>
                                </m:acc>
                              </m:oMath>
                            </m:oMathPara>
                          </a14:m>
                          <a:endParaRPr lang="pt-BR" dirty="0"/>
                        </a:p>
                      </a:txBody>
                      <a:tcPr/>
                    </a:tc>
                    <a:tc>
                      <a:txBody>
                        <a:bodyPr/>
                        <a:lstStyle/>
                        <a:p>
                          <a:pPr algn="ctr"/>
                          <a:r>
                            <a:rPr lang="pt-BR" dirty="0"/>
                            <a:t>4</a:t>
                          </a:r>
                        </a:p>
                      </a:txBody>
                      <a:tcPr/>
                    </a:tc>
                    <a:tc>
                      <a:txBody>
                        <a:bodyPr/>
                        <a:lstStyle/>
                        <a:p>
                          <a:pPr algn="ctr"/>
                          <a:r>
                            <a:rPr lang="pt-BR" dirty="0"/>
                            <a:t>3</a:t>
                          </a:r>
                        </a:p>
                      </a:txBody>
                      <a:tcPr/>
                    </a:tc>
                    <a:tc>
                      <a:txBody>
                        <a:bodyPr/>
                        <a:lstStyle/>
                        <a:p>
                          <a:pPr algn="ctr"/>
                          <a:r>
                            <a:rPr lang="pt-BR" dirty="0"/>
                            <a:t>-1</a:t>
                          </a:r>
                        </a:p>
                      </a:txBody>
                      <a:tcPr/>
                    </a:tc>
                    <a:tc>
                      <a:txBody>
                        <a:bodyPr/>
                        <a:lstStyle/>
                        <a:p>
                          <a:pPr algn="ctr"/>
                          <a:r>
                            <a:rPr lang="pt-BR" dirty="0">
                              <a:solidFill>
                                <a:srgbClr val="0070C0"/>
                              </a:solidFill>
                            </a:rPr>
                            <a:t>0</a:t>
                          </a:r>
                        </a:p>
                      </a:txBody>
                      <a:tcPr/>
                    </a:tc>
                    <a:tc>
                      <a:txBody>
                        <a:bodyPr/>
                        <a:lstStyle/>
                        <a:p>
                          <a:pPr algn="ctr"/>
                          <a:r>
                            <a:rPr lang="pt-BR" dirty="0">
                              <a:solidFill>
                                <a:srgbClr val="0070C0"/>
                              </a:solidFill>
                            </a:rPr>
                            <a:t>0</a:t>
                          </a:r>
                        </a:p>
                      </a:txBody>
                      <a:tcPr/>
                    </a:tc>
                    <a:tc>
                      <a:txBody>
                        <a:bodyPr/>
                        <a:lstStyle/>
                        <a:p>
                          <a:pPr algn="ctr"/>
                          <a:r>
                            <a:rPr lang="pt-BR" dirty="0">
                              <a:solidFill>
                                <a:srgbClr val="0070C0"/>
                              </a:solidFill>
                            </a:rPr>
                            <a:t>1</a:t>
                          </a:r>
                        </a:p>
                      </a:txBody>
                      <a:tcPr/>
                    </a:tc>
                    <a:tc>
                      <a:txBody>
                        <a:bodyPr/>
                        <a:lstStyle/>
                        <a:p>
                          <a:pPr algn="ctr"/>
                          <a:r>
                            <a:rPr lang="pt-BR" dirty="0"/>
                            <a:t>6</a:t>
                          </a:r>
                        </a:p>
                      </a:txBody>
                      <a:tcPr/>
                    </a:tc>
                    <a:extLst>
                      <a:ext uri="{0D108BD9-81ED-4DB2-BD59-A6C34878D82A}">
                        <a16:rowId xmlns:a16="http://schemas.microsoft.com/office/drawing/2014/main" xmlns="" val="3514658102"/>
                      </a:ext>
                    </a:extLst>
                  </a:tr>
                  <a:tr h="732477">
                    <a:tc>
                      <a:txBody>
                        <a:bodyPr/>
                        <a:lstStyle/>
                        <a:p>
                          <a:pPr algn="ctr"/>
                          <a14:m>
                            <m:oMathPara xmlns:m="http://schemas.openxmlformats.org/officeDocument/2006/math">
                              <m:oMathParaPr>
                                <m:jc m:val="centerGroup"/>
                              </m:oMathParaPr>
                              <m:oMath xmlns:m="http://schemas.openxmlformats.org/officeDocument/2006/math">
                                <m:sSub>
                                  <m:sSubPr>
                                    <m:ctrlPr>
                                      <a:rPr lang="pt-BR" b="0" i="1" smtClean="0">
                                        <a:latin typeface="Cambria Math"/>
                                      </a:rPr>
                                    </m:ctrlPr>
                                  </m:sSubPr>
                                  <m:e>
                                    <m:r>
                                      <a:rPr lang="pt-BR" b="0" smtClean="0">
                                        <a:latin typeface="Cambria Math"/>
                                      </a:rPr>
                                      <m:t>𝑥</m:t>
                                    </m:r>
                                  </m:e>
                                  <m:sub>
                                    <m:r>
                                      <a:rPr lang="pt-BR" b="0" smtClean="0">
                                        <a:latin typeface="Cambria Math"/>
                                      </a:rPr>
                                      <m:t>4</m:t>
                                    </m:r>
                                  </m:sub>
                                </m:sSub>
                              </m:oMath>
                            </m:oMathPara>
                          </a14:m>
                          <a:endParaRPr lang="pt-BR" dirty="0"/>
                        </a:p>
                      </a:txBody>
                      <a:tcPr/>
                    </a:tc>
                    <a:tc>
                      <a:txBody>
                        <a:bodyPr/>
                        <a:lstStyle/>
                        <a:p>
                          <a:pPr algn="ctr"/>
                          <a:r>
                            <a:rPr lang="pt-BR" dirty="0"/>
                            <a:t>1</a:t>
                          </a:r>
                        </a:p>
                      </a:txBody>
                      <a:tcPr/>
                    </a:tc>
                    <a:tc>
                      <a:txBody>
                        <a:bodyPr/>
                        <a:lstStyle/>
                        <a:p>
                          <a:pPr algn="ctr"/>
                          <a:r>
                            <a:rPr lang="pt-BR" dirty="0"/>
                            <a:t>2</a:t>
                          </a:r>
                        </a:p>
                      </a:txBody>
                      <a:tcPr/>
                    </a:tc>
                    <a:tc>
                      <a:txBody>
                        <a:bodyPr/>
                        <a:lstStyle/>
                        <a:p>
                          <a:pPr algn="ctr"/>
                          <a:r>
                            <a:rPr lang="pt-BR" dirty="0"/>
                            <a:t>0</a:t>
                          </a:r>
                        </a:p>
                      </a:txBody>
                      <a:tcPr/>
                    </a:tc>
                    <a:tc>
                      <a:txBody>
                        <a:bodyPr/>
                        <a:lstStyle/>
                        <a:p>
                          <a:pPr algn="ctr"/>
                          <a:r>
                            <a:rPr lang="pt-BR" dirty="0">
                              <a:solidFill>
                                <a:srgbClr val="0070C0"/>
                              </a:solidFill>
                            </a:rPr>
                            <a:t>1</a:t>
                          </a:r>
                        </a:p>
                      </a:txBody>
                      <a:tcPr/>
                    </a:tc>
                    <a:tc>
                      <a:txBody>
                        <a:bodyPr/>
                        <a:lstStyle/>
                        <a:p>
                          <a:pPr algn="ctr"/>
                          <a:r>
                            <a:rPr lang="pt-BR" dirty="0">
                              <a:solidFill>
                                <a:srgbClr val="0070C0"/>
                              </a:solidFill>
                            </a:rPr>
                            <a:t>0</a:t>
                          </a:r>
                        </a:p>
                      </a:txBody>
                      <a:tcPr/>
                    </a:tc>
                    <a:tc>
                      <a:txBody>
                        <a:bodyPr/>
                        <a:lstStyle/>
                        <a:p>
                          <a:pPr algn="ctr"/>
                          <a:r>
                            <a:rPr lang="pt-BR" dirty="0">
                              <a:solidFill>
                                <a:srgbClr val="0070C0"/>
                              </a:solidFill>
                            </a:rPr>
                            <a:t>0</a:t>
                          </a:r>
                        </a:p>
                      </a:txBody>
                      <a:tcPr/>
                    </a:tc>
                    <a:tc>
                      <a:txBody>
                        <a:bodyPr/>
                        <a:lstStyle/>
                        <a:p>
                          <a:pPr algn="ctr"/>
                          <a:r>
                            <a:rPr lang="pt-BR" dirty="0"/>
                            <a:t>4</a:t>
                          </a:r>
                        </a:p>
                      </a:txBody>
                      <a:tcPr/>
                    </a:tc>
                    <a:extLst>
                      <a:ext uri="{0D108BD9-81ED-4DB2-BD59-A6C34878D82A}">
                        <a16:rowId xmlns:a16="http://schemas.microsoft.com/office/drawing/2014/main" xmlns="" val="58197397"/>
                      </a:ext>
                    </a:extLst>
                  </a:tr>
                </a:tbl>
              </a:graphicData>
            </a:graphic>
          </p:graphicFrame>
        </mc:Choice>
        <mc:Fallback>
          <p:graphicFrame>
            <p:nvGraphicFramePr>
              <p:cNvPr id="4" name="Tabela 1">
                <a:extLst>
                  <a:ext uri="{FF2B5EF4-FFF2-40B4-BE49-F238E27FC236}">
                    <a16:creationId xmlns:a16="http://schemas.microsoft.com/office/drawing/2014/main" xmlns:a14="http://schemas.microsoft.com/office/drawing/2010/main" xmlns="" id="{2D217515-1ED1-3CAD-19E2-FAE3F31349D0}"/>
                  </a:ext>
                </a:extLst>
              </p:cNvPr>
              <p:cNvGraphicFramePr>
                <a:graphicFrameLocks noGrp="1"/>
              </p:cNvGraphicFramePr>
              <p:nvPr>
                <p:extLst>
                  <p:ext uri="{D42A27DB-BD31-4B8C-83A1-F6EECF244321}">
                    <p14:modId xmlns:p14="http://schemas.microsoft.com/office/powerpoint/2010/main" val="2634190881"/>
                  </p:ext>
                </p:extLst>
              </p:nvPr>
            </p:nvGraphicFramePr>
            <p:xfrm>
              <a:off x="1929481" y="1608388"/>
              <a:ext cx="8178800" cy="3652352"/>
            </p:xfrm>
            <a:graphic>
              <a:graphicData uri="http://schemas.openxmlformats.org/drawingml/2006/table">
                <a:tbl>
                  <a:tblPr firstRow="1" bandRow="1">
                    <a:tableStyleId>{5C22544A-7EE6-4342-B048-85BDC9FD1C3A}</a:tableStyleId>
                  </a:tblPr>
                  <a:tblGrid>
                    <a:gridCol w="1022350">
                      <a:extLst>
                        <a:ext uri="{9D8B030D-6E8A-4147-A177-3AD203B41FA5}">
                          <a16:colId xmlns:a16="http://schemas.microsoft.com/office/drawing/2014/main" xmlns:a14="http://schemas.microsoft.com/office/drawing/2010/main" xmlns="" val="194499480"/>
                        </a:ext>
                      </a:extLst>
                    </a:gridCol>
                    <a:gridCol w="1022350">
                      <a:extLst>
                        <a:ext uri="{9D8B030D-6E8A-4147-A177-3AD203B41FA5}">
                          <a16:colId xmlns:a16="http://schemas.microsoft.com/office/drawing/2014/main" xmlns:a14="http://schemas.microsoft.com/office/drawing/2010/main" xmlns="" val="3239068335"/>
                        </a:ext>
                      </a:extLst>
                    </a:gridCol>
                    <a:gridCol w="1022350">
                      <a:extLst>
                        <a:ext uri="{9D8B030D-6E8A-4147-A177-3AD203B41FA5}">
                          <a16:colId xmlns:a16="http://schemas.microsoft.com/office/drawing/2014/main" xmlns:a14="http://schemas.microsoft.com/office/drawing/2010/main" xmlns="" val="3707295783"/>
                        </a:ext>
                      </a:extLst>
                    </a:gridCol>
                    <a:gridCol w="1022350">
                      <a:extLst>
                        <a:ext uri="{9D8B030D-6E8A-4147-A177-3AD203B41FA5}">
                          <a16:colId xmlns:a16="http://schemas.microsoft.com/office/drawing/2014/main" xmlns:a14="http://schemas.microsoft.com/office/drawing/2010/main" xmlns="" val="318886580"/>
                        </a:ext>
                      </a:extLst>
                    </a:gridCol>
                    <a:gridCol w="1022350">
                      <a:extLst>
                        <a:ext uri="{9D8B030D-6E8A-4147-A177-3AD203B41FA5}">
                          <a16:colId xmlns:a16="http://schemas.microsoft.com/office/drawing/2014/main" xmlns:a14="http://schemas.microsoft.com/office/drawing/2010/main" xmlns="" val="4049606609"/>
                        </a:ext>
                      </a:extLst>
                    </a:gridCol>
                    <a:gridCol w="1022350">
                      <a:extLst>
                        <a:ext uri="{9D8B030D-6E8A-4147-A177-3AD203B41FA5}">
                          <a16:colId xmlns:a16="http://schemas.microsoft.com/office/drawing/2014/main" xmlns:a14="http://schemas.microsoft.com/office/drawing/2010/main" xmlns="" val="821043363"/>
                        </a:ext>
                      </a:extLst>
                    </a:gridCol>
                    <a:gridCol w="1022350">
                      <a:extLst>
                        <a:ext uri="{9D8B030D-6E8A-4147-A177-3AD203B41FA5}">
                          <a16:colId xmlns:a16="http://schemas.microsoft.com/office/drawing/2014/main" xmlns:a14="http://schemas.microsoft.com/office/drawing/2010/main" xmlns="" val="1642525029"/>
                        </a:ext>
                      </a:extLst>
                    </a:gridCol>
                    <a:gridCol w="1022350">
                      <a:extLst>
                        <a:ext uri="{9D8B030D-6E8A-4147-A177-3AD203B41FA5}">
                          <a16:colId xmlns:a16="http://schemas.microsoft.com/office/drawing/2014/main" xmlns:a14="http://schemas.microsoft.com/office/drawing/2010/main" xmlns="" val="1236862271"/>
                        </a:ext>
                      </a:extLst>
                    </a:gridCol>
                  </a:tblGrid>
                  <a:tr h="722444">
                    <a:tc>
                      <a:txBody>
                        <a:bodyPr/>
                        <a:lstStyle/>
                        <a:p>
                          <a:r>
                            <a:rPr lang="pt-BR" sz="3200" b="1" kern="1200" dirty="0">
                              <a:solidFill>
                                <a:schemeClr val="tx1"/>
                              </a:solidFill>
                              <a:latin typeface="+mn-lt"/>
                              <a:ea typeface="+mn-ea"/>
                              <a:cs typeface="+mn-cs"/>
                            </a:rPr>
                            <a:t>V.B</a:t>
                          </a:r>
                        </a:p>
                      </a:txBody>
                      <a:tcPr/>
                    </a:tc>
                    <a:tc>
                      <a:txBody>
                        <a:bodyPr/>
                        <a:lstStyle/>
                        <a:p>
                          <a:endParaRPr lang="pt-BR"/>
                        </a:p>
                      </a:txBody>
                      <a:tcPr>
                        <a:blipFill rotWithShape="1">
                          <a:blip r:embed="rId4"/>
                          <a:stretch>
                            <a:fillRect l="-101198" t="-11017" r="-602994" b="-407627"/>
                          </a:stretch>
                        </a:blipFill>
                      </a:tcPr>
                    </a:tc>
                    <a:tc>
                      <a:txBody>
                        <a:bodyPr/>
                        <a:lstStyle/>
                        <a:p>
                          <a:endParaRPr lang="pt-BR"/>
                        </a:p>
                      </a:txBody>
                      <a:tcPr>
                        <a:blipFill rotWithShape="1">
                          <a:blip r:embed="rId4"/>
                          <a:stretch>
                            <a:fillRect l="-200000" t="-11017" r="-499405" b="-407627"/>
                          </a:stretch>
                        </a:blipFill>
                      </a:tcPr>
                    </a:tc>
                    <a:tc>
                      <a:txBody>
                        <a:bodyPr/>
                        <a:lstStyle/>
                        <a:p>
                          <a:endParaRPr lang="pt-BR"/>
                        </a:p>
                      </a:txBody>
                      <a:tcPr>
                        <a:blipFill rotWithShape="1">
                          <a:blip r:embed="rId4"/>
                          <a:stretch>
                            <a:fillRect l="-300000" t="-11017" r="-399405" b="-407627"/>
                          </a:stretch>
                        </a:blipFill>
                      </a:tcPr>
                    </a:tc>
                    <a:tc>
                      <a:txBody>
                        <a:bodyPr/>
                        <a:lstStyle/>
                        <a:p>
                          <a:endParaRPr lang="pt-BR"/>
                        </a:p>
                      </a:txBody>
                      <a:tcPr>
                        <a:blipFill rotWithShape="1">
                          <a:blip r:embed="rId4"/>
                          <a:stretch>
                            <a:fillRect l="-402395" t="-11017" r="-301796" b="-407627"/>
                          </a:stretch>
                        </a:blipFill>
                      </a:tcPr>
                    </a:tc>
                    <a:tc>
                      <a:txBody>
                        <a:bodyPr/>
                        <a:lstStyle/>
                        <a:p>
                          <a:endParaRPr lang="pt-BR"/>
                        </a:p>
                      </a:txBody>
                      <a:tcPr>
                        <a:blipFill rotWithShape="1">
                          <a:blip r:embed="rId4"/>
                          <a:stretch>
                            <a:fillRect l="-499405" t="-11017" r="-200000" b="-407627"/>
                          </a:stretch>
                        </a:blipFill>
                      </a:tcPr>
                    </a:tc>
                    <a:tc>
                      <a:txBody>
                        <a:bodyPr/>
                        <a:lstStyle/>
                        <a:p>
                          <a:endParaRPr lang="pt-BR"/>
                        </a:p>
                      </a:txBody>
                      <a:tcPr>
                        <a:blipFill rotWithShape="1">
                          <a:blip r:embed="rId4"/>
                          <a:stretch>
                            <a:fillRect l="-602994" t="-11017" r="-101198" b="-407627"/>
                          </a:stretch>
                        </a:blipFill>
                      </a:tcPr>
                    </a:tc>
                    <a:tc>
                      <a:txBody>
                        <a:bodyPr/>
                        <a:lstStyle/>
                        <a:p>
                          <a:r>
                            <a:rPr lang="pt-BR" dirty="0"/>
                            <a:t>RHS</a:t>
                          </a:r>
                        </a:p>
                      </a:txBody>
                      <a:tcPr/>
                    </a:tc>
                    <a:extLst>
                      <a:ext uri="{0D108BD9-81ED-4DB2-BD59-A6C34878D82A}">
                        <a16:rowId xmlns:a16="http://schemas.microsoft.com/office/drawing/2014/main" xmlns:a14="http://schemas.microsoft.com/office/drawing/2010/main" xmlns="" val="1803164676"/>
                      </a:ext>
                    </a:extLst>
                  </a:tr>
                  <a:tr h="732477">
                    <a:tc>
                      <a:txBody>
                        <a:bodyPr/>
                        <a:lstStyle/>
                        <a:p>
                          <a:pPr algn="ctr"/>
                          <a:r>
                            <a:rPr lang="pt-BR">
                              <a:solidFill>
                                <a:srgbClr val="FF0000"/>
                              </a:solidFill>
                            </a:rPr>
                            <a:t>-z</a:t>
                          </a:r>
                          <a:endParaRPr lang="pt-BR" dirty="0">
                            <a:solidFill>
                              <a:srgbClr val="FF0000"/>
                            </a:solidFill>
                          </a:endParaRPr>
                        </a:p>
                      </a:txBody>
                      <a:tcPr/>
                    </a:tc>
                    <a:tc>
                      <a:txBody>
                        <a:bodyPr/>
                        <a:lstStyle/>
                        <a:p>
                          <a:pPr algn="ctr"/>
                          <a:r>
                            <a:rPr lang="pt-BR" dirty="0">
                              <a:solidFill>
                                <a:srgbClr val="FF0000"/>
                              </a:solidFill>
                            </a:rPr>
                            <a:t>4</a:t>
                          </a:r>
                        </a:p>
                      </a:txBody>
                      <a:tcPr/>
                    </a:tc>
                    <a:tc>
                      <a:txBody>
                        <a:bodyPr/>
                        <a:lstStyle/>
                        <a:p>
                          <a:pPr algn="ctr"/>
                          <a:r>
                            <a:rPr lang="pt-BR" dirty="0">
                              <a:solidFill>
                                <a:srgbClr val="FF0000"/>
                              </a:solidFill>
                            </a:rPr>
                            <a:t>1</a:t>
                          </a:r>
                        </a:p>
                      </a:txBody>
                      <a:tcPr/>
                    </a:tc>
                    <a:tc>
                      <a:txBody>
                        <a:bodyPr/>
                        <a:lstStyle/>
                        <a:p>
                          <a:pPr algn="ctr"/>
                          <a:r>
                            <a:rPr lang="pt-BR" dirty="0">
                              <a:solidFill>
                                <a:srgbClr val="FF0000"/>
                              </a:solidFill>
                            </a:rPr>
                            <a:t>0</a:t>
                          </a:r>
                        </a:p>
                      </a:txBody>
                      <a:tcPr/>
                    </a:tc>
                    <a:tc>
                      <a:txBody>
                        <a:bodyPr/>
                        <a:lstStyle/>
                        <a:p>
                          <a:pPr algn="ctr"/>
                          <a:r>
                            <a:rPr lang="pt-BR" dirty="0">
                              <a:solidFill>
                                <a:srgbClr val="FF0000"/>
                              </a:solidFill>
                            </a:rPr>
                            <a:t>0 </a:t>
                          </a:r>
                        </a:p>
                      </a:txBody>
                      <a:tcPr/>
                    </a:tc>
                    <a:tc>
                      <a:txBody>
                        <a:bodyPr/>
                        <a:lstStyle/>
                        <a:p>
                          <a:pPr algn="ctr"/>
                          <a:r>
                            <a:rPr lang="pt-BR" dirty="0">
                              <a:solidFill>
                                <a:srgbClr val="FF0000"/>
                              </a:solidFill>
                            </a:rPr>
                            <a:t>M</a:t>
                          </a:r>
                        </a:p>
                      </a:txBody>
                      <a:tcPr/>
                    </a:tc>
                    <a:tc>
                      <a:txBody>
                        <a:bodyPr/>
                        <a:lstStyle/>
                        <a:p>
                          <a:pPr algn="ctr"/>
                          <a:r>
                            <a:rPr lang="pt-BR" dirty="0">
                              <a:solidFill>
                                <a:srgbClr val="FF0000"/>
                              </a:solidFill>
                            </a:rPr>
                            <a:t>M</a:t>
                          </a:r>
                        </a:p>
                      </a:txBody>
                      <a:tcPr/>
                    </a:tc>
                    <a:tc>
                      <a:txBody>
                        <a:bodyPr/>
                        <a:lstStyle/>
                        <a:p>
                          <a:pPr algn="ctr"/>
                          <a:r>
                            <a:rPr lang="pt-BR" dirty="0">
                              <a:solidFill>
                                <a:srgbClr val="FF0000"/>
                              </a:solidFill>
                            </a:rPr>
                            <a:t>0</a:t>
                          </a:r>
                        </a:p>
                      </a:txBody>
                      <a:tcPr/>
                    </a:tc>
                    <a:extLst>
                      <a:ext uri="{0D108BD9-81ED-4DB2-BD59-A6C34878D82A}">
                        <a16:rowId xmlns:a16="http://schemas.microsoft.com/office/drawing/2014/main" xmlns:a14="http://schemas.microsoft.com/office/drawing/2010/main" xmlns="" val="2503180970"/>
                      </a:ext>
                    </a:extLst>
                  </a:tr>
                  <a:tr h="732477">
                    <a:tc>
                      <a:txBody>
                        <a:bodyPr/>
                        <a:lstStyle/>
                        <a:p>
                          <a:endParaRPr lang="pt-BR"/>
                        </a:p>
                      </a:txBody>
                      <a:tcPr>
                        <a:blipFill rotWithShape="1">
                          <a:blip r:embed="rId4"/>
                          <a:stretch>
                            <a:fillRect l="-595" t="-210000" r="-698810" b="-200000"/>
                          </a:stretch>
                        </a:blipFill>
                      </a:tcPr>
                    </a:tc>
                    <a:tc>
                      <a:txBody>
                        <a:bodyPr/>
                        <a:lstStyle/>
                        <a:p>
                          <a:pPr algn="ctr"/>
                          <a:r>
                            <a:rPr lang="pt-BR" dirty="0"/>
                            <a:t>3</a:t>
                          </a:r>
                        </a:p>
                      </a:txBody>
                      <a:tcPr/>
                    </a:tc>
                    <a:tc>
                      <a:txBody>
                        <a:bodyPr/>
                        <a:lstStyle/>
                        <a:p>
                          <a:pPr algn="ctr"/>
                          <a:r>
                            <a:rPr lang="pt-BR" dirty="0"/>
                            <a:t>1</a:t>
                          </a:r>
                        </a:p>
                      </a:txBody>
                      <a:tcPr/>
                    </a:tc>
                    <a:tc>
                      <a:txBody>
                        <a:bodyPr/>
                        <a:lstStyle/>
                        <a:p>
                          <a:pPr algn="ctr"/>
                          <a:r>
                            <a:rPr lang="pt-BR" dirty="0"/>
                            <a:t>0</a:t>
                          </a:r>
                        </a:p>
                      </a:txBody>
                      <a:tcPr/>
                    </a:tc>
                    <a:tc>
                      <a:txBody>
                        <a:bodyPr/>
                        <a:lstStyle/>
                        <a:p>
                          <a:pPr algn="ctr"/>
                          <a:r>
                            <a:rPr lang="pt-BR" dirty="0">
                              <a:solidFill>
                                <a:srgbClr val="0070C0"/>
                              </a:solidFill>
                            </a:rPr>
                            <a:t>0</a:t>
                          </a:r>
                        </a:p>
                      </a:txBody>
                      <a:tcPr/>
                    </a:tc>
                    <a:tc>
                      <a:txBody>
                        <a:bodyPr/>
                        <a:lstStyle/>
                        <a:p>
                          <a:pPr algn="ctr"/>
                          <a:r>
                            <a:rPr lang="pt-BR" dirty="0">
                              <a:solidFill>
                                <a:srgbClr val="0070C0"/>
                              </a:solidFill>
                            </a:rPr>
                            <a:t>1</a:t>
                          </a:r>
                        </a:p>
                      </a:txBody>
                      <a:tcPr/>
                    </a:tc>
                    <a:tc>
                      <a:txBody>
                        <a:bodyPr/>
                        <a:lstStyle/>
                        <a:p>
                          <a:pPr algn="ctr"/>
                          <a:r>
                            <a:rPr lang="pt-BR" dirty="0">
                              <a:solidFill>
                                <a:srgbClr val="0070C0"/>
                              </a:solidFill>
                            </a:rPr>
                            <a:t>0</a:t>
                          </a:r>
                        </a:p>
                      </a:txBody>
                      <a:tcPr/>
                    </a:tc>
                    <a:tc>
                      <a:txBody>
                        <a:bodyPr/>
                        <a:lstStyle/>
                        <a:p>
                          <a:pPr algn="ctr"/>
                          <a:r>
                            <a:rPr lang="pt-BR" dirty="0"/>
                            <a:t>3</a:t>
                          </a:r>
                        </a:p>
                      </a:txBody>
                      <a:tcPr/>
                    </a:tc>
                    <a:extLst>
                      <a:ext uri="{0D108BD9-81ED-4DB2-BD59-A6C34878D82A}">
                        <a16:rowId xmlns:a16="http://schemas.microsoft.com/office/drawing/2014/main" xmlns:a14="http://schemas.microsoft.com/office/drawing/2010/main" xmlns="" val="100013666"/>
                      </a:ext>
                    </a:extLst>
                  </a:tr>
                  <a:tr h="732477">
                    <a:tc>
                      <a:txBody>
                        <a:bodyPr/>
                        <a:lstStyle/>
                        <a:p>
                          <a:endParaRPr lang="pt-BR"/>
                        </a:p>
                      </a:txBody>
                      <a:tcPr>
                        <a:blipFill rotWithShape="1">
                          <a:blip r:embed="rId4"/>
                          <a:stretch>
                            <a:fillRect l="-595" t="-310000" r="-698810" b="-100000"/>
                          </a:stretch>
                        </a:blipFill>
                      </a:tcPr>
                    </a:tc>
                    <a:tc>
                      <a:txBody>
                        <a:bodyPr/>
                        <a:lstStyle/>
                        <a:p>
                          <a:pPr algn="ctr"/>
                          <a:r>
                            <a:rPr lang="pt-BR" dirty="0"/>
                            <a:t>4</a:t>
                          </a:r>
                        </a:p>
                      </a:txBody>
                      <a:tcPr/>
                    </a:tc>
                    <a:tc>
                      <a:txBody>
                        <a:bodyPr/>
                        <a:lstStyle/>
                        <a:p>
                          <a:pPr algn="ctr"/>
                          <a:r>
                            <a:rPr lang="pt-BR" dirty="0"/>
                            <a:t>3</a:t>
                          </a:r>
                        </a:p>
                      </a:txBody>
                      <a:tcPr/>
                    </a:tc>
                    <a:tc>
                      <a:txBody>
                        <a:bodyPr/>
                        <a:lstStyle/>
                        <a:p>
                          <a:pPr algn="ctr"/>
                          <a:r>
                            <a:rPr lang="pt-BR" dirty="0"/>
                            <a:t>-1</a:t>
                          </a:r>
                        </a:p>
                      </a:txBody>
                      <a:tcPr/>
                    </a:tc>
                    <a:tc>
                      <a:txBody>
                        <a:bodyPr/>
                        <a:lstStyle/>
                        <a:p>
                          <a:pPr algn="ctr"/>
                          <a:r>
                            <a:rPr lang="pt-BR" dirty="0">
                              <a:solidFill>
                                <a:srgbClr val="0070C0"/>
                              </a:solidFill>
                            </a:rPr>
                            <a:t>0</a:t>
                          </a:r>
                        </a:p>
                      </a:txBody>
                      <a:tcPr/>
                    </a:tc>
                    <a:tc>
                      <a:txBody>
                        <a:bodyPr/>
                        <a:lstStyle/>
                        <a:p>
                          <a:pPr algn="ctr"/>
                          <a:r>
                            <a:rPr lang="pt-BR" dirty="0">
                              <a:solidFill>
                                <a:srgbClr val="0070C0"/>
                              </a:solidFill>
                            </a:rPr>
                            <a:t>0</a:t>
                          </a:r>
                        </a:p>
                      </a:txBody>
                      <a:tcPr/>
                    </a:tc>
                    <a:tc>
                      <a:txBody>
                        <a:bodyPr/>
                        <a:lstStyle/>
                        <a:p>
                          <a:pPr algn="ctr"/>
                          <a:r>
                            <a:rPr lang="pt-BR" dirty="0">
                              <a:solidFill>
                                <a:srgbClr val="0070C0"/>
                              </a:solidFill>
                            </a:rPr>
                            <a:t>1</a:t>
                          </a:r>
                        </a:p>
                      </a:txBody>
                      <a:tcPr/>
                    </a:tc>
                    <a:tc>
                      <a:txBody>
                        <a:bodyPr/>
                        <a:lstStyle/>
                        <a:p>
                          <a:pPr algn="ctr"/>
                          <a:r>
                            <a:rPr lang="pt-BR" dirty="0"/>
                            <a:t>6</a:t>
                          </a:r>
                        </a:p>
                      </a:txBody>
                      <a:tcPr/>
                    </a:tc>
                    <a:extLst>
                      <a:ext uri="{0D108BD9-81ED-4DB2-BD59-A6C34878D82A}">
                        <a16:rowId xmlns:a16="http://schemas.microsoft.com/office/drawing/2014/main" xmlns:a14="http://schemas.microsoft.com/office/drawing/2010/main" xmlns="" val="3514658102"/>
                      </a:ext>
                    </a:extLst>
                  </a:tr>
                  <a:tr h="732477">
                    <a:tc>
                      <a:txBody>
                        <a:bodyPr/>
                        <a:lstStyle/>
                        <a:p>
                          <a:endParaRPr lang="pt-BR"/>
                        </a:p>
                      </a:txBody>
                      <a:tcPr>
                        <a:blipFill rotWithShape="1">
                          <a:blip r:embed="rId4"/>
                          <a:stretch>
                            <a:fillRect l="-595" t="-410000" r="-698810"/>
                          </a:stretch>
                        </a:blipFill>
                      </a:tcPr>
                    </a:tc>
                    <a:tc>
                      <a:txBody>
                        <a:bodyPr/>
                        <a:lstStyle/>
                        <a:p>
                          <a:pPr algn="ctr"/>
                          <a:r>
                            <a:rPr lang="pt-BR" dirty="0"/>
                            <a:t>1</a:t>
                          </a:r>
                        </a:p>
                      </a:txBody>
                      <a:tcPr/>
                    </a:tc>
                    <a:tc>
                      <a:txBody>
                        <a:bodyPr/>
                        <a:lstStyle/>
                        <a:p>
                          <a:pPr algn="ctr"/>
                          <a:r>
                            <a:rPr lang="pt-BR" dirty="0"/>
                            <a:t>2</a:t>
                          </a:r>
                        </a:p>
                      </a:txBody>
                      <a:tcPr/>
                    </a:tc>
                    <a:tc>
                      <a:txBody>
                        <a:bodyPr/>
                        <a:lstStyle/>
                        <a:p>
                          <a:pPr algn="ctr"/>
                          <a:r>
                            <a:rPr lang="pt-BR" dirty="0"/>
                            <a:t>0</a:t>
                          </a:r>
                        </a:p>
                      </a:txBody>
                      <a:tcPr/>
                    </a:tc>
                    <a:tc>
                      <a:txBody>
                        <a:bodyPr/>
                        <a:lstStyle/>
                        <a:p>
                          <a:pPr algn="ctr"/>
                          <a:r>
                            <a:rPr lang="pt-BR" dirty="0">
                              <a:solidFill>
                                <a:srgbClr val="0070C0"/>
                              </a:solidFill>
                            </a:rPr>
                            <a:t>1</a:t>
                          </a:r>
                        </a:p>
                      </a:txBody>
                      <a:tcPr/>
                    </a:tc>
                    <a:tc>
                      <a:txBody>
                        <a:bodyPr/>
                        <a:lstStyle/>
                        <a:p>
                          <a:pPr algn="ctr"/>
                          <a:r>
                            <a:rPr lang="pt-BR" dirty="0">
                              <a:solidFill>
                                <a:srgbClr val="0070C0"/>
                              </a:solidFill>
                            </a:rPr>
                            <a:t>0</a:t>
                          </a:r>
                        </a:p>
                      </a:txBody>
                      <a:tcPr/>
                    </a:tc>
                    <a:tc>
                      <a:txBody>
                        <a:bodyPr/>
                        <a:lstStyle/>
                        <a:p>
                          <a:pPr algn="ctr"/>
                          <a:r>
                            <a:rPr lang="pt-BR" dirty="0">
                              <a:solidFill>
                                <a:srgbClr val="0070C0"/>
                              </a:solidFill>
                            </a:rPr>
                            <a:t>0</a:t>
                          </a:r>
                        </a:p>
                      </a:txBody>
                      <a:tcPr/>
                    </a:tc>
                    <a:tc>
                      <a:txBody>
                        <a:bodyPr/>
                        <a:lstStyle/>
                        <a:p>
                          <a:pPr algn="ctr"/>
                          <a:r>
                            <a:rPr lang="pt-BR" dirty="0"/>
                            <a:t>4</a:t>
                          </a:r>
                        </a:p>
                      </a:txBody>
                      <a:tcPr/>
                    </a:tc>
                    <a:extLst>
                      <a:ext uri="{0D108BD9-81ED-4DB2-BD59-A6C34878D82A}">
                        <a16:rowId xmlns:a16="http://schemas.microsoft.com/office/drawing/2014/main" xmlns:a14="http://schemas.microsoft.com/office/drawing/2010/main" xmlns="" val="58197397"/>
                      </a:ext>
                    </a:extLst>
                  </a:tr>
                </a:tbl>
              </a:graphicData>
            </a:graphic>
          </p:graphicFrame>
        </mc:Fallback>
      </mc:AlternateContent>
      <p:sp>
        <p:nvSpPr>
          <p:cNvPr id="3" name="CaixaDeTexto 2"/>
          <p:cNvSpPr txBox="1"/>
          <p:nvPr/>
        </p:nvSpPr>
        <p:spPr>
          <a:xfrm>
            <a:off x="605928" y="5387248"/>
            <a:ext cx="10499074" cy="1200329"/>
          </a:xfrm>
          <a:prstGeom prst="rect">
            <a:avLst/>
          </a:prstGeom>
          <a:noFill/>
        </p:spPr>
        <p:txBody>
          <a:bodyPr wrap="square" rtlCol="0">
            <a:spAutoFit/>
          </a:bodyPr>
          <a:lstStyle/>
          <a:p>
            <a:r>
              <a:rPr lang="pt-BR" b="1" dirty="0" smtClean="0"/>
              <a:t>Observação: A tabela simplex inicial do Big-M precisa ser ajustada para que possamos executar o algoritmo simplex. Precisamos zerar os coeficientes das variáveis artificiais. Para isto basta usar operações de Gauss-Jordan adequada.</a:t>
            </a:r>
            <a:endParaRPr lang="pt-BR" b="1" dirty="0"/>
          </a:p>
        </p:txBody>
      </p:sp>
    </p:spTree>
    <p:extLst>
      <p:ext uri="{BB962C8B-B14F-4D97-AF65-F5344CB8AC3E}">
        <p14:creationId xmlns:p14="http://schemas.microsoft.com/office/powerpoint/2010/main" val="2803674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CF0E474-C0A1-ED4E-4DBF-44644755D84F}"/>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429E45F5-6830-BB1A-415B-80DAF75A1798}"/>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652880B8-D42E-E827-74AE-6B4F0B4CE326}"/>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Método das duas fases</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C35DB645-24CF-151B-FDC7-AC3D98DE6568}"/>
              </a:ext>
            </a:extLst>
          </p:cNvPr>
          <p:cNvSpPr txBox="1"/>
          <p:nvPr/>
        </p:nvSpPr>
        <p:spPr>
          <a:xfrm>
            <a:off x="754454" y="1681280"/>
            <a:ext cx="10683089" cy="4924425"/>
          </a:xfrm>
          <a:prstGeom prst="rect">
            <a:avLst/>
          </a:prstGeom>
        </p:spPr>
        <p:txBody>
          <a:bodyPr wrap="square" lIns="0" tIns="0" rIns="0" bIns="0" rtlCol="0" anchor="t">
            <a:spAutoFit/>
          </a:bodyPr>
          <a:lstStyle/>
          <a:p>
            <a:r>
              <a:rPr lang="pt-BR" sz="3200" b="1" i="1" dirty="0"/>
              <a:t>Inicialização: </a:t>
            </a:r>
            <a:r>
              <a:rPr lang="pt-BR" sz="3200" dirty="0"/>
              <a:t>revisar as restrições do PPL original introduzindo as </a:t>
            </a:r>
            <a:r>
              <a:rPr lang="pt-BR" sz="3200" dirty="0" err="1"/>
              <a:t>VAs</a:t>
            </a:r>
            <a:r>
              <a:rPr lang="pt-BR" sz="3200" dirty="0"/>
              <a:t> conforme necessário para obter uma SBV inicial para o PPL artificial.</a:t>
            </a:r>
          </a:p>
          <a:p>
            <a:endParaRPr lang="pt-BR" sz="3200" dirty="0"/>
          </a:p>
          <a:p>
            <a:r>
              <a:rPr lang="pt-BR" sz="3200" b="1" i="1" dirty="0"/>
              <a:t>Fase I: </a:t>
            </a:r>
            <a:r>
              <a:rPr lang="pt-BR" sz="3200" dirty="0"/>
              <a:t>O objetivo dessa fase é encontra uma SBV para o PPL original. Para tanto,</a:t>
            </a:r>
          </a:p>
          <a:p>
            <a:pPr algn="ctr"/>
            <a:r>
              <a:rPr lang="pt-BR" sz="3200" b="1" dirty="0"/>
              <a:t>Min z = </a:t>
            </a:r>
            <a:r>
              <a:rPr lang="pt-BR" sz="3200" b="1" dirty="0">
                <a:sym typeface="Symbol"/>
              </a:rPr>
              <a:t> variáveis artificiais.</a:t>
            </a:r>
          </a:p>
          <a:p>
            <a:r>
              <a:rPr lang="pt-BR" sz="3200" dirty="0">
                <a:sym typeface="Symbol"/>
              </a:rPr>
              <a:t>A solução ótima obtida para esse problema com z = 0 será uma SBV para o PPL original.</a:t>
            </a:r>
          </a:p>
        </p:txBody>
      </p:sp>
      <p:pic>
        <p:nvPicPr>
          <p:cNvPr id="12" name="Imagem 11" descr="Ícone&#10;&#10;O conteúdo gerado por IA pode estar incorreto.">
            <a:extLst>
              <a:ext uri="{FF2B5EF4-FFF2-40B4-BE49-F238E27FC236}">
                <a16:creationId xmlns:a16="http://schemas.microsoft.com/office/drawing/2014/main" xmlns="" id="{FC116158-B455-16BD-6229-935DC08A30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p:spTree>
    <p:extLst>
      <p:ext uri="{BB962C8B-B14F-4D97-AF65-F5344CB8AC3E}">
        <p14:creationId xmlns:p14="http://schemas.microsoft.com/office/powerpoint/2010/main" val="2356616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3889EFC-8938-2979-C5D3-013C98C3711F}"/>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20E55894-111A-A77F-DD20-A4219FB3579F}"/>
              </a:ext>
            </a:extLst>
          </p:cNvPr>
          <p:cNvPicPr>
            <a:picLocks noGrp="1" noRot="1" noChangeAspect="1" noMove="1" noResize="1" noEditPoints="1" noAdjustHandles="1" noChangeArrowheads="1" noChangeShapeType="1" noCrop="1"/>
          </p:cNvPicPr>
          <p:nvPr/>
        </p:nvPicPr>
        <p:blipFill>
          <a:blip r:embed="rId3">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FEBFB41E-3122-0973-6743-840FE9D20E36}"/>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Método das duas fases</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A87D3614-0271-7685-3F67-42033586158D}"/>
              </a:ext>
            </a:extLst>
          </p:cNvPr>
          <p:cNvSpPr txBox="1"/>
          <p:nvPr/>
        </p:nvSpPr>
        <p:spPr>
          <a:xfrm>
            <a:off x="754454" y="1681280"/>
            <a:ext cx="10683089" cy="4431983"/>
          </a:xfrm>
          <a:prstGeom prst="rect">
            <a:avLst/>
          </a:prstGeom>
        </p:spPr>
        <p:txBody>
          <a:bodyPr wrap="square" lIns="0" tIns="0" rIns="0" bIns="0" rtlCol="0" anchor="t">
            <a:spAutoFit/>
          </a:bodyPr>
          <a:lstStyle/>
          <a:p>
            <a:endParaRPr lang="pt-BR" sz="3200" dirty="0">
              <a:sym typeface="Symbol"/>
            </a:endParaRPr>
          </a:p>
          <a:p>
            <a:pPr algn="just"/>
            <a:r>
              <a:rPr lang="pt-BR" sz="3200" b="1" i="1" dirty="0">
                <a:sym typeface="Symbol"/>
              </a:rPr>
              <a:t>Fase II: </a:t>
            </a:r>
            <a:r>
              <a:rPr lang="pt-BR" sz="3200" dirty="0">
                <a:sym typeface="Symbol"/>
              </a:rPr>
              <a:t>O objetivo dessa fase é encontrar uma solução ótima para o PPL original. Visto que as variáveis artificiais não fazem parte do PPL original, estas podem ser eliminadas agora, desde que sejam VNB. Iniciando da SBV obtida no final da fase I, usar o método simplex para solucionar o PPL  original.</a:t>
            </a:r>
            <a:endParaRPr lang="pt-BR" sz="3200" dirty="0"/>
          </a:p>
        </p:txBody>
      </p:sp>
      <p:pic>
        <p:nvPicPr>
          <p:cNvPr id="12" name="Imagem 11" descr="Ícone&#10;&#10;O conteúdo gerado por IA pode estar incorreto.">
            <a:extLst>
              <a:ext uri="{FF2B5EF4-FFF2-40B4-BE49-F238E27FC236}">
                <a16:creationId xmlns:a16="http://schemas.microsoft.com/office/drawing/2014/main" xmlns="" id="{74E06D03-2AE3-0B58-FA91-A32431DFD3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p:spTree>
    <p:extLst>
      <p:ext uri="{BB962C8B-B14F-4D97-AF65-F5344CB8AC3E}">
        <p14:creationId xmlns:p14="http://schemas.microsoft.com/office/powerpoint/2010/main" val="2540054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46CE81E-89C4-7F37-4153-025505D4AA10}"/>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533CE42F-6C39-31D8-34E5-1C4479539EFF}"/>
              </a:ext>
            </a:extLst>
          </p:cNvPr>
          <p:cNvPicPr>
            <a:picLocks noGrp="1" noRot="1" noChangeAspect="1" noMove="1" noResize="1" noEditPoints="1" noAdjustHandles="1" noChangeArrowheads="1" noChangeShapeType="1" noCrop="1"/>
          </p:cNvPicPr>
          <p:nvPr/>
        </p:nvPicPr>
        <p:blipFill>
          <a:blip r:embed="rId3">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D8E48D38-9C9B-187C-89DC-F8FC43D6C9F3}"/>
              </a:ext>
            </a:extLst>
          </p:cNvPr>
          <p:cNvSpPr txBox="1"/>
          <p:nvPr/>
        </p:nvSpPr>
        <p:spPr>
          <a:xfrm>
            <a:off x="754454" y="847992"/>
            <a:ext cx="10437117" cy="580993"/>
          </a:xfrm>
          <a:prstGeom prst="rect">
            <a:avLst/>
          </a:prstGeom>
        </p:spPr>
        <p:txBody>
          <a:bodyPr wrap="square"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Método das duas fases: observação</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9F23468E-FFC2-B0DA-2C7B-B07620A76A72}"/>
              </a:ext>
            </a:extLst>
          </p:cNvPr>
          <p:cNvSpPr txBox="1"/>
          <p:nvPr/>
        </p:nvSpPr>
        <p:spPr>
          <a:xfrm>
            <a:off x="754454" y="1681280"/>
            <a:ext cx="10683089" cy="3447098"/>
          </a:xfrm>
          <a:prstGeom prst="rect">
            <a:avLst/>
          </a:prstGeom>
        </p:spPr>
        <p:txBody>
          <a:bodyPr wrap="square" lIns="0" tIns="0" rIns="0" bIns="0" rtlCol="0" anchor="t">
            <a:spAutoFit/>
          </a:bodyPr>
          <a:lstStyle/>
          <a:p>
            <a:endParaRPr lang="pt-BR" sz="3200" dirty="0">
              <a:sym typeface="Symbol"/>
            </a:endParaRPr>
          </a:p>
          <a:p>
            <a:r>
              <a:rPr lang="pt-BR" sz="3200" dirty="0"/>
              <a:t>A remoção das </a:t>
            </a:r>
            <a:r>
              <a:rPr lang="pt-BR" sz="3200" dirty="0" err="1"/>
              <a:t>VAs</a:t>
            </a:r>
            <a:r>
              <a:rPr lang="pt-BR" sz="3200" dirty="0"/>
              <a:t> e de suas colunas no final da fase I só pode ocorrer quando todas elas forem VNB. </a:t>
            </a:r>
          </a:p>
          <a:p>
            <a:endParaRPr lang="pt-BR" sz="3200" dirty="0"/>
          </a:p>
          <a:p>
            <a:r>
              <a:rPr lang="pt-BR" sz="3200" dirty="0"/>
              <a:t>Se uma ou mais </a:t>
            </a:r>
            <a:r>
              <a:rPr lang="pt-BR" sz="3200" dirty="0" err="1"/>
              <a:t>VAs</a:t>
            </a:r>
            <a:r>
              <a:rPr lang="pt-BR" sz="3200" dirty="0"/>
              <a:t> forem VB (em nível zero) no final da fase I, então é preciso executar as seguintes etapas adicionais para removê-las antes do início da fase II. </a:t>
            </a:r>
          </a:p>
        </p:txBody>
      </p:sp>
      <p:pic>
        <p:nvPicPr>
          <p:cNvPr id="12" name="Imagem 11" descr="Ícone&#10;&#10;O conteúdo gerado por IA pode estar incorreto.">
            <a:extLst>
              <a:ext uri="{FF2B5EF4-FFF2-40B4-BE49-F238E27FC236}">
                <a16:creationId xmlns:a16="http://schemas.microsoft.com/office/drawing/2014/main" xmlns="" id="{74606C8F-A337-7C4A-2C4E-55AF258036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p:spTree>
    <p:extLst>
      <p:ext uri="{BB962C8B-B14F-4D97-AF65-F5344CB8AC3E}">
        <p14:creationId xmlns:p14="http://schemas.microsoft.com/office/powerpoint/2010/main" val="1976601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3D7EA8B-8AFF-268F-3C00-540B4DFE4A1C}"/>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B8882CAD-1783-E8EC-E43D-823F3B94D179}"/>
              </a:ext>
            </a:extLst>
          </p:cNvPr>
          <p:cNvPicPr>
            <a:picLocks noGrp="1" noRot="1" noChangeAspect="1" noMove="1" noResize="1" noEditPoints="1" noAdjustHandles="1" noChangeArrowheads="1" noChangeShapeType="1" noCrop="1"/>
          </p:cNvPicPr>
          <p:nvPr/>
        </p:nvPicPr>
        <p:blipFill>
          <a:blip r:embed="rId3">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79E06876-6363-FA5B-06FA-2627D4F2F32A}"/>
              </a:ext>
            </a:extLst>
          </p:cNvPr>
          <p:cNvSpPr txBox="1"/>
          <p:nvPr/>
        </p:nvSpPr>
        <p:spPr>
          <a:xfrm>
            <a:off x="754454" y="847992"/>
            <a:ext cx="10437117" cy="580993"/>
          </a:xfrm>
          <a:prstGeom prst="rect">
            <a:avLst/>
          </a:prstGeom>
        </p:spPr>
        <p:txBody>
          <a:bodyPr wrap="square"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Método das duas fases: observação</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8CDC9C99-D895-5D36-B3BF-EDD659293FE3}"/>
              </a:ext>
            </a:extLst>
          </p:cNvPr>
          <p:cNvSpPr txBox="1"/>
          <p:nvPr/>
        </p:nvSpPr>
        <p:spPr>
          <a:xfrm>
            <a:off x="754454" y="1978735"/>
            <a:ext cx="10683089" cy="4308872"/>
          </a:xfrm>
          <a:prstGeom prst="rect">
            <a:avLst/>
          </a:prstGeom>
        </p:spPr>
        <p:txBody>
          <a:bodyPr wrap="square" lIns="0" tIns="0" rIns="0" bIns="0" rtlCol="0" anchor="t">
            <a:spAutoFit/>
          </a:bodyPr>
          <a:lstStyle/>
          <a:p>
            <a:r>
              <a:rPr lang="pt-BR" sz="2800" b="1" dirty="0">
                <a:sym typeface="Symbol"/>
              </a:rPr>
              <a:t>Etapa 1. </a:t>
            </a:r>
            <a:r>
              <a:rPr lang="pt-BR" sz="2800" dirty="0">
                <a:sym typeface="Symbol"/>
              </a:rPr>
              <a:t>Selecione uma VA com coeficiente igual a zero para sair da SB e designe sua linha como linha pivô. A variável que entra pode ser qualquer VNB (não artificial) que tenha um coeficiente não zero (positivo ou negativo)  na linha pivô. Execute a iteração simplex associada. </a:t>
            </a:r>
            <a:endParaRPr lang="pt-BR" sz="2800" b="1" dirty="0">
              <a:sym typeface="Symbol"/>
            </a:endParaRPr>
          </a:p>
          <a:p>
            <a:r>
              <a:rPr lang="pt-BR" sz="2800" b="1" dirty="0">
                <a:sym typeface="Symbol"/>
              </a:rPr>
              <a:t>Etapa 2. </a:t>
            </a:r>
            <a:r>
              <a:rPr lang="pt-BR" sz="2800" dirty="0">
                <a:sym typeface="Symbol"/>
              </a:rPr>
              <a:t>Remova da tabela a coluna da VA (que acabou de sair). Se todas as </a:t>
            </a:r>
            <a:r>
              <a:rPr lang="pt-BR" sz="2800" dirty="0" err="1">
                <a:sym typeface="Symbol"/>
              </a:rPr>
              <a:t>VAs</a:t>
            </a:r>
            <a:r>
              <a:rPr lang="pt-BR" sz="2800" dirty="0">
                <a:sym typeface="Symbol"/>
              </a:rPr>
              <a:t> com coeficiente igual a zero tiverem sido removidas, passe para a fase II. Caso contrário, volte para a Etapa 1. </a:t>
            </a:r>
          </a:p>
        </p:txBody>
      </p:sp>
      <p:pic>
        <p:nvPicPr>
          <p:cNvPr id="12" name="Imagem 11" descr="Ícone&#10;&#10;O conteúdo gerado por IA pode estar incorreto.">
            <a:extLst>
              <a:ext uri="{FF2B5EF4-FFF2-40B4-BE49-F238E27FC236}">
                <a16:creationId xmlns:a16="http://schemas.microsoft.com/office/drawing/2014/main" xmlns="" id="{167AD2A4-5E07-4AF8-9CD4-74E982C5D17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p:spTree>
    <p:extLst>
      <p:ext uri="{BB962C8B-B14F-4D97-AF65-F5344CB8AC3E}">
        <p14:creationId xmlns:p14="http://schemas.microsoft.com/office/powerpoint/2010/main" val="1973092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D1E4B53-17E2-D5BF-2BBB-C1AA12FDF35E}"/>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1A341B08-D023-CCC4-4D4A-CC00BAFC0184}"/>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215CA055-5CD2-7B40-F5E2-CE53C24162D7}"/>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Exemplo: método das duas fases</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D78F98D6-BF6B-F62D-F8EF-26C85EF6F500}"/>
              </a:ext>
            </a:extLst>
          </p:cNvPr>
          <p:cNvSpPr txBox="1"/>
          <p:nvPr/>
        </p:nvSpPr>
        <p:spPr>
          <a:xfrm>
            <a:off x="754455" y="2366937"/>
            <a:ext cx="5341546" cy="1477328"/>
          </a:xfrm>
          <a:prstGeom prst="rect">
            <a:avLst/>
          </a:prstGeom>
        </p:spPr>
        <p:txBody>
          <a:bodyPr wrap="square" lIns="0" tIns="0" rIns="0" bIns="0" rtlCol="0" anchor="t">
            <a:spAutoFit/>
          </a:bodyPr>
          <a:lstStyle/>
          <a:p>
            <a:r>
              <a:rPr lang="pt-BR" sz="3200" b="1" dirty="0"/>
              <a:t>Fase I</a:t>
            </a:r>
          </a:p>
          <a:p>
            <a:endParaRPr lang="pt-BR" sz="3200" dirty="0"/>
          </a:p>
          <a:p>
            <a:endParaRPr lang="pt-BR" sz="3200" dirty="0"/>
          </a:p>
        </p:txBody>
      </p:sp>
      <p:pic>
        <p:nvPicPr>
          <p:cNvPr id="12" name="Imagem 11" descr="Ícone&#10;&#10;O conteúdo gerado por IA pode estar incorreto.">
            <a:extLst>
              <a:ext uri="{FF2B5EF4-FFF2-40B4-BE49-F238E27FC236}">
                <a16:creationId xmlns:a16="http://schemas.microsoft.com/office/drawing/2014/main" xmlns="" id="{1CDDDADF-8036-1C19-DE8E-2964C7A6A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mc:AlternateContent xmlns:mc="http://schemas.openxmlformats.org/markup-compatibility/2006" xmlns:a14="http://schemas.microsoft.com/office/drawing/2010/main">
        <mc:Choice Requires="a14">
          <p:sp>
            <p:nvSpPr>
              <p:cNvPr id="4" name="Espaço Reservado para Conteúdo 2">
                <a:extLst>
                  <a:ext uri="{FF2B5EF4-FFF2-40B4-BE49-F238E27FC236}">
                    <a16:creationId xmlns:a16="http://schemas.microsoft.com/office/drawing/2014/main" xmlns="" id="{41D614E5-5473-7B5F-C7D6-580C2D9A59BB}"/>
                  </a:ext>
                </a:extLst>
              </p:cNvPr>
              <p:cNvSpPr txBox="1">
                <a:spLocks/>
              </p:cNvSpPr>
              <p:nvPr/>
            </p:nvSpPr>
            <p:spPr>
              <a:xfrm>
                <a:off x="754455" y="3105601"/>
                <a:ext cx="4040188" cy="39512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func>
                        <m:funcPr>
                          <m:ctrlPr>
                            <a:rPr lang="pt-BR" i="1" smtClean="0">
                              <a:latin typeface="Cambria Math"/>
                            </a:rPr>
                          </m:ctrlPr>
                        </m:funcPr>
                        <m:fName>
                          <m:r>
                            <m:rPr>
                              <m:sty m:val="p"/>
                            </m:rPr>
                            <a:rPr lang="pt-BR">
                              <a:latin typeface="Cambria Math"/>
                            </a:rPr>
                            <m:t>min</m:t>
                          </m:r>
                        </m:fName>
                        <m:e>
                          <m:r>
                            <a:rPr lang="pt-BR" i="1">
                              <a:latin typeface="Cambria Math"/>
                            </a:rPr>
                            <m:t>𝑧</m:t>
                          </m:r>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e>
                      </m:func>
                    </m:oMath>
                  </m:oMathPara>
                </a14:m>
                <a:endParaRPr lang="pt-BR" dirty="0"/>
              </a:p>
              <a:p>
                <a:pPr marL="0" indent="0">
                  <a:buFont typeface="Arial" panose="020B0604020202020204" pitchFamily="34" charset="0"/>
                  <a:buNone/>
                </a:pPr>
                <a:r>
                  <a:rPr lang="pt-BR" i="1" dirty="0">
                    <a:latin typeface="Cambria Math"/>
                  </a:rPr>
                  <a:t>Sujeito a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r>
                        <a:rPr lang="pt-BR" i="1">
                          <a:latin typeface="Cambria Math"/>
                        </a:rPr>
                        <m:t>3</m:t>
                      </m:r>
                    </m:oMath>
                  </m:oMathPara>
                </a14:m>
                <a:endParaRPr lang="pt-BR"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r>
                        <a:rPr lang="pt-BR" i="1">
                          <a:latin typeface="Cambria Math"/>
                        </a:rPr>
                        <m:t>=</m:t>
                      </m:r>
                      <m:r>
                        <a:rPr lang="pt-BR" i="1">
                          <a:latin typeface="Cambria Math"/>
                          <a:ea typeface="Cambria Math"/>
                        </a:rPr>
                        <m:t>6</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2</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r>
                        <a:rPr lang="pt-BR" i="1">
                          <a:latin typeface="Cambria Math"/>
                          <a:ea typeface="Cambria Math"/>
                        </a:rPr>
                        <m:t>4</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r>
                        <a:rPr lang="pt-BR" i="1">
                          <a:latin typeface="Cambria Math"/>
                          <a:ea typeface="Cambria Math"/>
                        </a:rPr>
                        <m:t>≥</m:t>
                      </m:r>
                      <m:r>
                        <a:rPr lang="pt-BR" i="1">
                          <a:latin typeface="Cambria Math"/>
                          <a:ea typeface="Cambria Math"/>
                        </a:rPr>
                        <m:t>0</m:t>
                      </m:r>
                    </m:oMath>
                  </m:oMathPara>
                </a14:m>
                <a:endParaRPr lang="pt-BR" dirty="0"/>
              </a:p>
              <a:p>
                <a:pPr marL="0" indent="0">
                  <a:buFont typeface="Arial" panose="020B0604020202020204" pitchFamily="34" charset="0"/>
                  <a:buNone/>
                </a:pPr>
                <a:endParaRPr lang="pt-BR" dirty="0"/>
              </a:p>
            </p:txBody>
          </p:sp>
        </mc:Choice>
        <mc:Fallback xmlns="">
          <p:sp>
            <p:nvSpPr>
              <p:cNvPr id="4" name="Espaço Reservado para Conteúdo 2">
                <a:extLst>
                  <a:ext uri="{FF2B5EF4-FFF2-40B4-BE49-F238E27FC236}">
                    <a16:creationId xmlns:a16="http://schemas.microsoft.com/office/drawing/2014/main" id="{41D614E5-5473-7B5F-C7D6-580C2D9A59BB}"/>
                  </a:ext>
                </a:extLst>
              </p:cNvPr>
              <p:cNvSpPr txBox="1">
                <a:spLocks noRot="1" noChangeAspect="1" noMove="1" noResize="1" noEditPoints="1" noAdjustHandles="1" noChangeArrowheads="1" noChangeShapeType="1" noTextEdit="1"/>
              </p:cNvSpPr>
              <p:nvPr/>
            </p:nvSpPr>
            <p:spPr>
              <a:xfrm>
                <a:off x="754455" y="3105601"/>
                <a:ext cx="4040188" cy="3951288"/>
              </a:xfrm>
              <a:prstGeom prst="rect">
                <a:avLst/>
              </a:prstGeom>
              <a:blipFill>
                <a:blip r:embed="rId4"/>
                <a:stretch>
                  <a:fillRect l="-3167"/>
                </a:stretch>
              </a:blipFill>
            </p:spPr>
            <p:txBody>
              <a:bodyPr/>
              <a:lstStyle/>
              <a:p>
                <a:r>
                  <a:rPr lang="pt-BR">
                    <a:noFill/>
                  </a:rPr>
                  <a:t> </a:t>
                </a:r>
              </a:p>
            </p:txBody>
          </p:sp>
        </mc:Fallback>
      </mc:AlternateContent>
    </p:spTree>
    <p:extLst>
      <p:ext uri="{BB962C8B-B14F-4D97-AF65-F5344CB8AC3E}">
        <p14:creationId xmlns:p14="http://schemas.microsoft.com/office/powerpoint/2010/main" val="1161616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AF0E140-A055-4A76-B82C-7CCAB8C392CF}"/>
            </a:ext>
          </a:extLst>
        </p:cNvPr>
        <p:cNvGrpSpPr/>
        <p:nvPr/>
      </p:nvGrpSpPr>
      <p:grpSpPr>
        <a:xfrm>
          <a:off x="0" y="0"/>
          <a:ext cx="0" cy="0"/>
          <a:chOff x="0" y="0"/>
          <a:chExt cx="0" cy="0"/>
        </a:xfrm>
      </p:grpSpPr>
      <p:pic>
        <p:nvPicPr>
          <p:cNvPr id="10" name="Imagem 9" descr="Uma imagem contendo Desenho técnico&#10;&#10;O conteúdo gerado por IA pode estar incorreto.">
            <a:extLst>
              <a:ext uri="{FF2B5EF4-FFF2-40B4-BE49-F238E27FC236}">
                <a16:creationId xmlns:a16="http://schemas.microsoft.com/office/drawing/2014/main" xmlns="" id="{B0D607B9-C3D2-EEF4-91D9-3E8D43E642E6}"/>
              </a:ext>
            </a:extLst>
          </p:cNvPr>
          <p:cNvPicPr>
            <a:picLocks noGrp="1" noRot="1" noChangeAspect="1" noMove="1" noResize="1" noEditPoints="1" noAdjustHandles="1" noChangeArrowheads="1" noChangeShapeType="1" noCrop="1"/>
          </p:cNvPicPr>
          <p:nvPr/>
        </p:nvPicPr>
        <p:blipFill>
          <a:blip r:embed="rId2">
            <a:alphaModFix amt="20000"/>
            <a:extLst>
              <a:ext uri="{28A0092B-C50C-407E-A947-70E740481C1C}">
                <a14:useLocalDpi xmlns:a14="http://schemas.microsoft.com/office/drawing/2010/main" val="0"/>
              </a:ext>
            </a:extLst>
          </a:blip>
          <a:srcRect t="26080"/>
          <a:stretch>
            <a:fillRect/>
          </a:stretch>
        </p:blipFill>
        <p:spPr>
          <a:xfrm>
            <a:off x="0" y="11128"/>
            <a:ext cx="9262533" cy="6846872"/>
          </a:xfrm>
          <a:prstGeom prst="rect">
            <a:avLst/>
          </a:prstGeom>
        </p:spPr>
      </p:pic>
      <p:sp>
        <p:nvSpPr>
          <p:cNvPr id="5" name="TextBox 5">
            <a:extLst>
              <a:ext uri="{FF2B5EF4-FFF2-40B4-BE49-F238E27FC236}">
                <a16:creationId xmlns:a16="http://schemas.microsoft.com/office/drawing/2014/main" xmlns="" id="{E9531345-870A-8508-DEF4-FB9CEB52D2F8}"/>
              </a:ext>
            </a:extLst>
          </p:cNvPr>
          <p:cNvSpPr txBox="1"/>
          <p:nvPr/>
        </p:nvSpPr>
        <p:spPr>
          <a:xfrm>
            <a:off x="1000429" y="847992"/>
            <a:ext cx="10191141" cy="580993"/>
          </a:xfrm>
          <a:prstGeom prst="rect">
            <a:avLst/>
          </a:prstGeom>
        </p:spPr>
        <p:txBody>
          <a:bodyPr lIns="0" tIns="0" rIns="0" bIns="0" rtlCol="0" anchor="t">
            <a:spAutoFit/>
          </a:bodyPr>
          <a:lstStyle/>
          <a:p>
            <a:pPr algn="ctr">
              <a:lnSpc>
                <a:spcPts val="4184"/>
              </a:lnSpc>
            </a:pPr>
            <a:r>
              <a:rPr lang="pt-BR" sz="5230" b="1" dirty="0">
                <a:solidFill>
                  <a:schemeClr val="tx2">
                    <a:lumMod val="75000"/>
                  </a:schemeClr>
                </a:solidFill>
                <a:latin typeface="Hagrid Text Bold"/>
                <a:ea typeface="Hagrid Text Bold"/>
                <a:cs typeface="Hagrid Text Bold"/>
                <a:sym typeface="Hagrid Text Bold"/>
              </a:rPr>
              <a:t>Exemplo: método das duas fases</a:t>
            </a:r>
            <a:endParaRPr lang="en-US" sz="5230" b="1" spc="-219" dirty="0">
              <a:solidFill>
                <a:schemeClr val="tx2">
                  <a:lumMod val="75000"/>
                </a:schemeClr>
              </a:solidFill>
              <a:latin typeface="Hagrid Text Bold"/>
              <a:ea typeface="Hagrid Text Bold"/>
              <a:cs typeface="Hagrid Text Bold"/>
              <a:sym typeface="Hagrid Text Bold"/>
            </a:endParaRPr>
          </a:p>
        </p:txBody>
      </p:sp>
      <p:sp>
        <p:nvSpPr>
          <p:cNvPr id="6" name="TextBox 6">
            <a:extLst>
              <a:ext uri="{FF2B5EF4-FFF2-40B4-BE49-F238E27FC236}">
                <a16:creationId xmlns:a16="http://schemas.microsoft.com/office/drawing/2014/main" xmlns="" id="{655A35A7-3578-AB11-8E66-4D9A44A36D5E}"/>
              </a:ext>
            </a:extLst>
          </p:cNvPr>
          <p:cNvSpPr txBox="1"/>
          <p:nvPr/>
        </p:nvSpPr>
        <p:spPr>
          <a:xfrm>
            <a:off x="754455" y="1798516"/>
            <a:ext cx="5341546" cy="1477328"/>
          </a:xfrm>
          <a:prstGeom prst="rect">
            <a:avLst/>
          </a:prstGeom>
        </p:spPr>
        <p:txBody>
          <a:bodyPr wrap="square" lIns="0" tIns="0" rIns="0" bIns="0" rtlCol="0" anchor="t">
            <a:spAutoFit/>
          </a:bodyPr>
          <a:lstStyle/>
          <a:p>
            <a:r>
              <a:rPr lang="pt-BR" sz="3200" b="1" dirty="0"/>
              <a:t>Fase I</a:t>
            </a:r>
          </a:p>
          <a:p>
            <a:endParaRPr lang="pt-BR" sz="3200" dirty="0"/>
          </a:p>
          <a:p>
            <a:endParaRPr lang="pt-BR" sz="3200" dirty="0"/>
          </a:p>
        </p:txBody>
      </p:sp>
      <p:pic>
        <p:nvPicPr>
          <p:cNvPr id="12" name="Imagem 11" descr="Ícone&#10;&#10;O conteúdo gerado por IA pode estar incorreto.">
            <a:extLst>
              <a:ext uri="{FF2B5EF4-FFF2-40B4-BE49-F238E27FC236}">
                <a16:creationId xmlns:a16="http://schemas.microsoft.com/office/drawing/2014/main" xmlns="" id="{3328CD2B-B3D1-F3C1-9468-C3B88FD1B4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3035" y="11128"/>
            <a:ext cx="1270000" cy="1264823"/>
          </a:xfrm>
          <a:prstGeom prst="rect">
            <a:avLst/>
          </a:prstGeom>
        </p:spPr>
      </p:pic>
      <mc:AlternateContent xmlns:mc="http://schemas.openxmlformats.org/markup-compatibility/2006" xmlns:a14="http://schemas.microsoft.com/office/drawing/2010/main">
        <mc:Choice Requires="a14">
          <p:sp>
            <p:nvSpPr>
              <p:cNvPr id="4" name="Espaço Reservado para Conteúdo 2">
                <a:extLst>
                  <a:ext uri="{FF2B5EF4-FFF2-40B4-BE49-F238E27FC236}">
                    <a16:creationId xmlns:a16="http://schemas.microsoft.com/office/drawing/2014/main" xmlns="" id="{A4689797-B0A2-837F-5561-865DC8EFF115}"/>
                  </a:ext>
                </a:extLst>
              </p:cNvPr>
              <p:cNvSpPr txBox="1">
                <a:spLocks/>
              </p:cNvSpPr>
              <p:nvPr/>
            </p:nvSpPr>
            <p:spPr>
              <a:xfrm>
                <a:off x="754455" y="2537180"/>
                <a:ext cx="4040188" cy="39512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func>
                        <m:funcPr>
                          <m:ctrlPr>
                            <a:rPr lang="pt-BR" i="1" smtClean="0">
                              <a:latin typeface="Cambria Math"/>
                            </a:rPr>
                          </m:ctrlPr>
                        </m:funcPr>
                        <m:fName>
                          <m:r>
                            <m:rPr>
                              <m:sty m:val="p"/>
                            </m:rPr>
                            <a:rPr lang="pt-BR">
                              <a:latin typeface="Cambria Math"/>
                            </a:rPr>
                            <m:t>min</m:t>
                          </m:r>
                        </m:fName>
                        <m:e>
                          <m:r>
                            <a:rPr lang="pt-BR" i="1">
                              <a:latin typeface="Cambria Math"/>
                            </a:rPr>
                            <m:t>𝑧</m:t>
                          </m:r>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e>
                      </m:func>
                    </m:oMath>
                  </m:oMathPara>
                </a14:m>
                <a:endParaRPr lang="pt-BR" dirty="0"/>
              </a:p>
              <a:p>
                <a:pPr marL="0" indent="0" algn="ctr">
                  <a:buFont typeface="Arial" panose="020B0604020202020204" pitchFamily="34" charset="0"/>
                  <a:buNone/>
                </a:pPr>
                <a:r>
                  <a:rPr lang="pt-BR" i="1" dirty="0">
                    <a:latin typeface="Cambria Math"/>
                  </a:rPr>
                  <a:t>Sujeito a </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r>
                        <a:rPr lang="pt-BR" i="1">
                          <a:latin typeface="Cambria Math"/>
                        </a:rPr>
                        <m:t>3</m:t>
                      </m:r>
                    </m:oMath>
                  </m:oMathPara>
                </a14:m>
                <a:endParaRPr lang="pt-BR" dirty="0"/>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3</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r>
                        <a:rPr lang="pt-BR" i="1">
                          <a:latin typeface="Cambria Math"/>
                        </a:rPr>
                        <m:t>=</m:t>
                      </m:r>
                      <m:r>
                        <a:rPr lang="pt-BR" i="1">
                          <a:latin typeface="Cambria Math"/>
                          <a:ea typeface="Cambria Math"/>
                        </a:rPr>
                        <m:t>6</m:t>
                      </m:r>
                    </m:oMath>
                  </m:oMathPara>
                </a14:m>
                <a:endParaRPr lang="pt-BR" dirty="0">
                  <a:ea typeface="Cambria Math"/>
                </a:endParaRP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r>
                        <a:rPr lang="pt-BR" i="1">
                          <a:latin typeface="Cambria Math"/>
                        </a:rPr>
                        <m:t>2</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r>
                        <a:rPr lang="pt-BR" i="1">
                          <a:latin typeface="Cambria Math"/>
                          <a:ea typeface="Cambria Math"/>
                        </a:rPr>
                        <m:t>4</m:t>
                      </m:r>
                    </m:oMath>
                  </m:oMathPara>
                </a14:m>
                <a:endParaRPr lang="pt-BR" dirty="0">
                  <a:ea typeface="Cambria Math"/>
                </a:endParaRP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5</m:t>
                              </m:r>
                            </m:sub>
                          </m:sSub>
                        </m:e>
                      </m:acc>
                      <m:r>
                        <a:rPr lang="pt-BR" i="1">
                          <a:latin typeface="Cambria Math"/>
                        </a:rPr>
                        <m:t>,</m:t>
                      </m:r>
                      <m:acc>
                        <m:accPr>
                          <m:chr m:val="̅"/>
                          <m:ctrlPr>
                            <a:rPr lang="pt-BR" i="1">
                              <a:latin typeface="Cambria Math"/>
                            </a:rPr>
                          </m:ctrlPr>
                        </m:accPr>
                        <m:e>
                          <m:sSub>
                            <m:sSubPr>
                              <m:ctrlPr>
                                <a:rPr lang="pt-BR" i="1">
                                  <a:latin typeface="Cambria Math"/>
                                </a:rPr>
                              </m:ctrlPr>
                            </m:sSubPr>
                            <m:e>
                              <m:r>
                                <a:rPr lang="pt-BR" i="1">
                                  <a:latin typeface="Cambria Math"/>
                                </a:rPr>
                                <m:t>𝑥</m:t>
                              </m:r>
                            </m:e>
                            <m:sub>
                              <m:r>
                                <a:rPr lang="pt-BR" i="1">
                                  <a:latin typeface="Cambria Math"/>
                                </a:rPr>
                                <m:t>6</m:t>
                              </m:r>
                            </m:sub>
                          </m:sSub>
                        </m:e>
                      </m:acc>
                      <m:r>
                        <a:rPr lang="pt-BR" i="1">
                          <a:latin typeface="Cambria Math"/>
                          <a:ea typeface="Cambria Math"/>
                        </a:rPr>
                        <m:t>≥</m:t>
                      </m:r>
                      <m:r>
                        <a:rPr lang="pt-BR" i="1">
                          <a:latin typeface="Cambria Math"/>
                          <a:ea typeface="Cambria Math"/>
                        </a:rPr>
                        <m:t>0</m:t>
                      </m:r>
                    </m:oMath>
                  </m:oMathPara>
                </a14:m>
                <a:endParaRPr lang="pt-BR" dirty="0"/>
              </a:p>
              <a:p>
                <a:pPr marL="0" indent="0">
                  <a:buFont typeface="Arial" panose="020B0604020202020204" pitchFamily="34" charset="0"/>
                  <a:buNone/>
                </a:pPr>
                <a:endParaRPr lang="pt-BR" dirty="0"/>
              </a:p>
            </p:txBody>
          </p:sp>
        </mc:Choice>
        <mc:Fallback xmlns="">
          <p:sp>
            <p:nvSpPr>
              <p:cNvPr id="4" name="Espaço Reservado para Conteúdo 2">
                <a:extLst>
                  <a:ext uri="{FF2B5EF4-FFF2-40B4-BE49-F238E27FC236}">
                    <a16:creationId xmlns:a16="http://schemas.microsoft.com/office/drawing/2014/main" id="{A4689797-B0A2-837F-5561-865DC8EFF115}"/>
                  </a:ext>
                </a:extLst>
              </p:cNvPr>
              <p:cNvSpPr txBox="1">
                <a:spLocks noRot="1" noChangeAspect="1" noMove="1" noResize="1" noEditPoints="1" noAdjustHandles="1" noChangeArrowheads="1" noChangeShapeType="1" noTextEdit="1"/>
              </p:cNvSpPr>
              <p:nvPr/>
            </p:nvSpPr>
            <p:spPr>
              <a:xfrm>
                <a:off x="754455" y="2537180"/>
                <a:ext cx="4040188" cy="3951288"/>
              </a:xfrm>
              <a:prstGeom prst="rect">
                <a:avLst/>
              </a:prstGeom>
              <a:blipFill>
                <a:blip r:embed="rId4"/>
                <a:stretch>
                  <a:fillRect/>
                </a:stretch>
              </a:blipFill>
            </p:spPr>
            <p:txBody>
              <a:bodyPr/>
              <a:lstStyle/>
              <a:p>
                <a:r>
                  <a:rPr lang="pt-BR">
                    <a:noFill/>
                  </a:rPr>
                  <a:t> </a:t>
                </a:r>
              </a:p>
            </p:txBody>
          </p:sp>
        </mc:Fallback>
      </mc:AlternateContent>
      <p:sp>
        <p:nvSpPr>
          <p:cNvPr id="2" name="TextBox 6">
            <a:extLst>
              <a:ext uri="{FF2B5EF4-FFF2-40B4-BE49-F238E27FC236}">
                <a16:creationId xmlns:a16="http://schemas.microsoft.com/office/drawing/2014/main" xmlns="" id="{0E36A709-18CC-D2B6-4660-1D928E13114D}"/>
              </a:ext>
            </a:extLst>
          </p:cNvPr>
          <p:cNvSpPr txBox="1"/>
          <p:nvPr/>
        </p:nvSpPr>
        <p:spPr>
          <a:xfrm>
            <a:off x="6095999" y="1798516"/>
            <a:ext cx="5341546" cy="1477328"/>
          </a:xfrm>
          <a:prstGeom prst="rect">
            <a:avLst/>
          </a:prstGeom>
        </p:spPr>
        <p:txBody>
          <a:bodyPr wrap="square" lIns="0" tIns="0" rIns="0" bIns="0" rtlCol="0" anchor="t">
            <a:spAutoFit/>
          </a:bodyPr>
          <a:lstStyle/>
          <a:p>
            <a:r>
              <a:rPr lang="pt-BR" sz="3200" b="1" dirty="0"/>
              <a:t>Fase II</a:t>
            </a:r>
          </a:p>
          <a:p>
            <a:endParaRPr lang="pt-BR" sz="3200" dirty="0"/>
          </a:p>
          <a:p>
            <a:endParaRPr lang="pt-BR" sz="3200" dirty="0"/>
          </a:p>
        </p:txBody>
      </p:sp>
      <mc:AlternateContent xmlns:mc="http://schemas.openxmlformats.org/markup-compatibility/2006" xmlns:a14="http://schemas.microsoft.com/office/drawing/2010/main">
        <mc:Choice Requires="a14">
          <p:sp>
            <p:nvSpPr>
              <p:cNvPr id="3" name="Espaço Reservado para Conteúdo 3">
                <a:extLst>
                  <a:ext uri="{FF2B5EF4-FFF2-40B4-BE49-F238E27FC236}">
                    <a16:creationId xmlns:a16="http://schemas.microsoft.com/office/drawing/2014/main" xmlns="" id="{B3B82331-5D06-F8E9-20BA-760A0A86340B}"/>
                  </a:ext>
                </a:extLst>
              </p:cNvPr>
              <p:cNvSpPr txBox="1">
                <a:spLocks/>
              </p:cNvSpPr>
              <p:nvPr/>
            </p:nvSpPr>
            <p:spPr>
              <a:xfrm>
                <a:off x="6095999" y="2537180"/>
                <a:ext cx="4041775" cy="39512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func>
                        <m:funcPr>
                          <m:ctrlPr>
                            <a:rPr lang="pt-BR" i="1" smtClean="0">
                              <a:latin typeface="Cambria Math"/>
                            </a:rPr>
                          </m:ctrlPr>
                        </m:funcPr>
                        <m:fName>
                          <m:r>
                            <m:rPr>
                              <m:sty m:val="p"/>
                            </m:rPr>
                            <a:rPr lang="pt-BR">
                              <a:latin typeface="Cambria Math"/>
                            </a:rPr>
                            <m:t>min</m:t>
                          </m:r>
                        </m:fName>
                        <m:e>
                          <m:r>
                            <a:rPr lang="pt-BR" i="1">
                              <a:latin typeface="Cambria Math"/>
                            </a:rPr>
                            <m:t>𝑧</m:t>
                          </m:r>
                          <m:r>
                            <a:rPr lang="pt-BR" i="1">
                              <a:latin typeface="Cambria Math"/>
                            </a:rPr>
                            <m:t>=</m:t>
                          </m:r>
                          <m:r>
                            <a:rPr lang="pt-BR" i="1">
                              <a:latin typeface="Cambria Math"/>
                            </a:rPr>
                            <m:t>4</m:t>
                          </m:r>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e>
                      </m:func>
                    </m:oMath>
                  </m:oMathPara>
                </a14:m>
                <a:endParaRPr lang="pt-BR" dirty="0"/>
              </a:p>
              <a:p>
                <a:pPr marL="0" indent="0" algn="ctr">
                  <a:buFont typeface="Arial" panose="020B0604020202020204" pitchFamily="34" charset="0"/>
                  <a:buNone/>
                </a:pPr>
                <a:r>
                  <a:rPr lang="pt-BR" i="1" dirty="0">
                    <a:latin typeface="Cambria Math"/>
                  </a:rPr>
                  <a:t>Sujeito a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f>
                            <m:fPr>
                              <m:ctrlPr>
                                <a:rPr lang="pt-BR" i="1">
                                  <a:latin typeface="Cambria Math"/>
                                </a:rPr>
                              </m:ctrlPr>
                            </m:fPr>
                            <m:num>
                              <m:r>
                                <a:rPr lang="pt-BR" i="1">
                                  <a:latin typeface="Cambria Math"/>
                                </a:rPr>
                                <m:t>1</m:t>
                              </m:r>
                            </m:num>
                            <m:den>
                              <m:r>
                                <a:rPr lang="pt-BR" i="1">
                                  <a:latin typeface="Cambria Math"/>
                                </a:rPr>
                                <m:t>5</m:t>
                              </m:r>
                            </m:den>
                          </m:f>
                          <m:r>
                            <a:rPr lang="pt-BR" i="1">
                              <a:latin typeface="Cambria Math"/>
                            </a:rPr>
                            <m:t>𝑥</m:t>
                          </m:r>
                        </m:e>
                        <m:sub>
                          <m:r>
                            <a:rPr lang="pt-BR" i="1">
                              <a:latin typeface="Cambria Math"/>
                            </a:rPr>
                            <m:t>3</m:t>
                          </m:r>
                        </m:sub>
                      </m:sSub>
                      <m:r>
                        <a:rPr lang="pt-BR" i="1">
                          <a:latin typeface="Cambria Math"/>
                        </a:rPr>
                        <m:t>=</m:t>
                      </m:r>
                      <m:f>
                        <m:fPr>
                          <m:ctrlPr>
                            <a:rPr lang="pt-BR" i="1">
                              <a:latin typeface="Cambria Math"/>
                            </a:rPr>
                          </m:ctrlPr>
                        </m:fPr>
                        <m:num>
                          <m:r>
                            <a:rPr lang="pt-BR" i="1">
                              <a:latin typeface="Cambria Math"/>
                            </a:rPr>
                            <m:t>3</m:t>
                          </m:r>
                        </m:num>
                        <m:den>
                          <m:r>
                            <a:rPr lang="pt-BR" i="1">
                              <a:latin typeface="Cambria Math"/>
                            </a:rPr>
                            <m:t>5</m:t>
                          </m:r>
                        </m:den>
                      </m:f>
                    </m:oMath>
                  </m:oMathPara>
                </a14:m>
                <a:endParaRPr lang="pt-BR"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f>
                            <m:fPr>
                              <m:ctrlPr>
                                <a:rPr lang="pt-BR" i="1">
                                  <a:latin typeface="Cambria Math"/>
                                </a:rPr>
                              </m:ctrlPr>
                            </m:fPr>
                            <m:num>
                              <m:r>
                                <a:rPr lang="pt-BR" i="1">
                                  <a:latin typeface="Cambria Math"/>
                                </a:rPr>
                                <m:t>3</m:t>
                              </m:r>
                            </m:num>
                            <m:den>
                              <m:r>
                                <a:rPr lang="pt-BR" i="1">
                                  <a:latin typeface="Cambria Math"/>
                                </a:rPr>
                                <m:t>5</m:t>
                              </m:r>
                            </m:den>
                          </m:f>
                          <m:r>
                            <a:rPr lang="pt-BR" i="1">
                              <a:latin typeface="Cambria Math"/>
                            </a:rPr>
                            <m:t>𝑥</m:t>
                          </m:r>
                        </m:e>
                        <m:sub>
                          <m:r>
                            <a:rPr lang="pt-BR" i="1">
                              <a:latin typeface="Cambria Math"/>
                            </a:rPr>
                            <m:t>3</m:t>
                          </m:r>
                        </m:sub>
                      </m:sSub>
                      <m:r>
                        <a:rPr lang="pt-BR" i="1">
                          <a:latin typeface="Cambria Math"/>
                        </a:rPr>
                        <m:t>=</m:t>
                      </m:r>
                      <m:f>
                        <m:fPr>
                          <m:ctrlPr>
                            <a:rPr lang="pt-BR" i="1">
                              <a:latin typeface="Cambria Math"/>
                            </a:rPr>
                          </m:ctrlPr>
                        </m:fPr>
                        <m:num>
                          <m:r>
                            <a:rPr lang="pt-BR" i="1">
                              <a:latin typeface="Cambria Math"/>
                            </a:rPr>
                            <m:t>6</m:t>
                          </m:r>
                        </m:num>
                        <m:den>
                          <m:r>
                            <a:rPr lang="pt-BR" i="1">
                              <a:latin typeface="Cambria Math"/>
                            </a:rPr>
                            <m:t>5</m:t>
                          </m:r>
                        </m:den>
                      </m:f>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rPr>
                        <m:t>=</m:t>
                      </m:r>
                      <m:r>
                        <a:rPr lang="pt-BR" i="1">
                          <a:latin typeface="Cambria Math"/>
                        </a:rPr>
                        <m:t>1</m:t>
                      </m:r>
                    </m:oMath>
                  </m:oMathPara>
                </a14:m>
                <a:endParaRPr lang="pt-BR" dirty="0">
                  <a:ea typeface="Cambria Math"/>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pt-BR" i="1">
                              <a:latin typeface="Cambria Math"/>
                            </a:rPr>
                          </m:ctrlPr>
                        </m:sSubPr>
                        <m:e>
                          <m:r>
                            <a:rPr lang="pt-BR" i="1">
                              <a:latin typeface="Cambria Math"/>
                            </a:rPr>
                            <m:t>𝑥</m:t>
                          </m:r>
                        </m:e>
                        <m:sub>
                          <m:r>
                            <a:rPr lang="pt-BR" i="1">
                              <a:latin typeface="Cambria Math"/>
                            </a:rPr>
                            <m:t>1</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2</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3</m:t>
                          </m:r>
                        </m:sub>
                      </m:sSub>
                      <m:r>
                        <a:rPr lang="pt-BR" i="1">
                          <a:latin typeface="Cambria Math"/>
                        </a:rPr>
                        <m:t>,</m:t>
                      </m:r>
                      <m:sSub>
                        <m:sSubPr>
                          <m:ctrlPr>
                            <a:rPr lang="pt-BR" i="1">
                              <a:latin typeface="Cambria Math"/>
                            </a:rPr>
                          </m:ctrlPr>
                        </m:sSubPr>
                        <m:e>
                          <m:r>
                            <a:rPr lang="pt-BR" i="1">
                              <a:latin typeface="Cambria Math"/>
                            </a:rPr>
                            <m:t>𝑥</m:t>
                          </m:r>
                        </m:e>
                        <m:sub>
                          <m:r>
                            <a:rPr lang="pt-BR" i="1">
                              <a:latin typeface="Cambria Math"/>
                            </a:rPr>
                            <m:t>4</m:t>
                          </m:r>
                        </m:sub>
                      </m:sSub>
                      <m:r>
                        <a:rPr lang="pt-BR" i="1">
                          <a:latin typeface="Cambria Math"/>
                          <a:ea typeface="Cambria Math"/>
                        </a:rPr>
                        <m:t>≥</m:t>
                      </m:r>
                      <m:r>
                        <a:rPr lang="pt-BR" i="1">
                          <a:latin typeface="Cambria Math"/>
                          <a:ea typeface="Cambria Math"/>
                        </a:rPr>
                        <m:t>0</m:t>
                      </m:r>
                    </m:oMath>
                  </m:oMathPara>
                </a14:m>
                <a:endParaRPr lang="pt-BR" dirty="0"/>
              </a:p>
              <a:p>
                <a:endParaRPr lang="pt-BR" dirty="0"/>
              </a:p>
            </p:txBody>
          </p:sp>
        </mc:Choice>
        <mc:Fallback xmlns="">
          <p:sp>
            <p:nvSpPr>
              <p:cNvPr id="3" name="Espaço Reservado para Conteúdo 3">
                <a:extLst>
                  <a:ext uri="{FF2B5EF4-FFF2-40B4-BE49-F238E27FC236}">
                    <a16:creationId xmlns:a16="http://schemas.microsoft.com/office/drawing/2014/main" id="{B3B82331-5D06-F8E9-20BA-760A0A86340B}"/>
                  </a:ext>
                </a:extLst>
              </p:cNvPr>
              <p:cNvSpPr txBox="1">
                <a:spLocks noRot="1" noChangeAspect="1" noMove="1" noResize="1" noEditPoints="1" noAdjustHandles="1" noChangeArrowheads="1" noChangeShapeType="1" noTextEdit="1"/>
              </p:cNvSpPr>
              <p:nvPr/>
            </p:nvSpPr>
            <p:spPr>
              <a:xfrm>
                <a:off x="6095999" y="2537180"/>
                <a:ext cx="4041775" cy="3951288"/>
              </a:xfrm>
              <a:prstGeom prst="rect">
                <a:avLst/>
              </a:prstGeom>
              <a:blipFill>
                <a:blip r:embed="rId5"/>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29197341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1689</Words>
  <Application>Microsoft Office PowerPoint</Application>
  <PresentationFormat>Personalizar</PresentationFormat>
  <Paragraphs>164</Paragraphs>
  <Slides>17</Slides>
  <Notes>3</Notes>
  <HiddenSlides>0</HiddenSlides>
  <MMClips>0</MMClips>
  <ScaleCrop>false</ScaleCrop>
  <HeadingPairs>
    <vt:vector size="4" baseType="variant">
      <vt:variant>
        <vt:lpstr>Tema</vt:lpstr>
      </vt:variant>
      <vt:variant>
        <vt:i4>1</vt:i4>
      </vt:variant>
      <vt:variant>
        <vt:lpstr>Títulos de slides</vt:lpstr>
      </vt:variant>
      <vt:variant>
        <vt:i4>17</vt:i4>
      </vt:variant>
    </vt:vector>
  </HeadingPairs>
  <TitlesOfParts>
    <vt:vector size="18" baseType="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Ana Carolina Nel</dc:creator>
  <cp:lastModifiedBy>andrea</cp:lastModifiedBy>
  <cp:revision>4</cp:revision>
  <dcterms:created xsi:type="dcterms:W3CDTF">2025-11-11T11:21:04Z</dcterms:created>
  <dcterms:modified xsi:type="dcterms:W3CDTF">2025-11-19T14:28:32Z</dcterms:modified>
</cp:coreProperties>
</file>